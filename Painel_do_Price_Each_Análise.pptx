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custom-properties+xml" PartName="/docProps/custom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tableStyles+xml" PartName="/ppt/tableStyles.xml"/>
  <Override ContentType="application/vnd.openxmlformats-officedocument.presentationml.tags+xml" PartName="/ppt/tags/tag1.xml"/>
  <Override ContentType="application/vnd.openxmlformats-officedocument.presentationml.tags+xml" PartName="/ppt/tags/tag2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Relationship Id="rId5" Target="docProps/custom.xml" Type="http://schemas.openxmlformats.org/officeDocument/2006/relationships/custom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58" r:id="rId4"/>
  </p:sldIdLst>
  <p:sldSz cx="9144000" cy="5143500" type="screen16x9"/>
  <p:notesSz cx="9144000" cy="5143500"/>
  <p:embeddedFontLst>
    <p:embeddedFont>
      <p:font typeface="Open Sans" panose="020B0606030504020204" pitchFamily="34" charset="0"/>
      <p:regular r:id="rId6"/>
      <p:bold r:id="rId7"/>
    </p:embeddedFont>
  </p:embeddedFontLst>
  <p:defaultTextStyle>
    <a:defPPr>
      <a:defRPr lang="en-US"/>
    </a:defPPr>
    <a:lvl1pPr marL="0" lvl="0" algn="l" rtl="0">
      <a:defRPr lang="en-US" sz="1800" dirty="0">
        <a:solidFill>
          <a:schemeClr val="tx1"/>
        </a:solidFill>
        <a:latin typeface="+mn-lt"/>
      </a:defRPr>
    </a:lvl1pPr>
    <a:lvl2pPr marL="457200" lvl="1" algn="l" rtl="0">
      <a:defRPr lang="en-US" sz="1800" dirty="0">
        <a:solidFill>
          <a:schemeClr val="tx1"/>
        </a:solidFill>
        <a:latin typeface="+mn-lt"/>
      </a:defRPr>
    </a:lvl2pPr>
    <a:lvl3pPr marL="914400" lvl="2" algn="l" rtl="0">
      <a:defRPr lang="en-US" sz="1800" dirty="0">
        <a:solidFill>
          <a:schemeClr val="tx1"/>
        </a:solidFill>
        <a:latin typeface="+mn-lt"/>
      </a:defRPr>
    </a:lvl3pPr>
    <a:lvl4pPr marL="1371600" lvl="3" algn="l" rtl="0">
      <a:defRPr lang="en-US" sz="1800" dirty="0">
        <a:solidFill>
          <a:schemeClr val="tx1"/>
        </a:solidFill>
        <a:latin typeface="+mn-lt"/>
      </a:defRPr>
    </a:lvl4pPr>
    <a:lvl5pPr marL="1828800" lvl="4" algn="l" rtl="0">
      <a:defRPr lang="en-US" sz="1800" dirty="0">
        <a:solidFill>
          <a:schemeClr val="tx1"/>
        </a:solidFill>
        <a:latin typeface="+mn-lt"/>
      </a:defRPr>
    </a:lvl5pPr>
    <a:lvl6pPr marL="2286000" lvl="5" algn="l" rtl="0">
      <a:defRPr lang="en-US" sz="1800" dirty="0">
        <a:solidFill>
          <a:schemeClr val="tx1"/>
        </a:solidFill>
        <a:latin typeface="+mn-lt"/>
      </a:defRPr>
    </a:lvl6pPr>
    <a:lvl7pPr marL="2743200" lvl="6" algn="l" rtl="0">
      <a:defRPr lang="en-US" sz="1800" dirty="0">
        <a:solidFill>
          <a:schemeClr val="tx1"/>
        </a:solidFill>
        <a:latin typeface="+mn-lt"/>
      </a:defRPr>
    </a:lvl7pPr>
    <a:lvl8pPr marL="3200400" lvl="7" algn="l" rtl="0">
      <a:defRPr lang="en-US" sz="1800" dirty="0">
        <a:solidFill>
          <a:schemeClr val="tx1"/>
        </a:solidFill>
        <a:latin typeface="+mn-lt"/>
      </a:defRPr>
    </a:lvl8pPr>
    <a:lvl9pPr marL="3657600" lvl="8" algn="l" rtl="0">
      <a:defRPr lang="en-US" sz="1800" dirty="0">
        <a:solidFill>
          <a:schemeClr val="tx1"/>
        </a:solidFill>
        <a:latin typeface="+mn-lt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22" d="100"/>
          <a:sy n="122" d="100"/>
        </p:scale>
        <p:origin x="990" y="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theme/theme1.xml" Type="http://schemas.openxmlformats.org/officeDocument/2006/relationships/theme"/><Relationship Id="rId11" Target="tableStyles.xml" Type="http://schemas.openxmlformats.org/officeDocument/2006/relationships/tableStyles"/><Relationship Id="rId12" Target="slides/slide4.xml" Type="http://schemas.openxmlformats.org/officeDocument/2006/relationships/slide"/><Relationship Id="rId13" Target="slides/slide5.xml" Type="http://schemas.openxmlformats.org/officeDocument/2006/relationships/slide"/><Relationship Id="rId14" Target="slides/slide6.xml" Type="http://schemas.openxmlformats.org/officeDocument/2006/relationships/slide"/><Relationship Id="rId15" Target="slides/slide7.xml" Type="http://schemas.openxmlformats.org/officeDocument/2006/relationships/slide"/><Relationship Id="rId16" Target="slides/slide8.xml" Type="http://schemas.openxmlformats.org/officeDocument/2006/relationships/slide"/><Relationship Id="rId17" Target="slides/slide9.xml" Type="http://schemas.openxmlformats.org/officeDocument/2006/relationships/slide"/><Relationship Id="rId18" Target="slides/slide10.xml" Type="http://schemas.openxmlformats.org/officeDocument/2006/relationships/slide"/><Relationship Id="rId19" Target="slides/slide11.xml" Type="http://schemas.openxmlformats.org/officeDocument/2006/relationships/slide"/><Relationship Id="rId2" Target="slides/slide1.xml" Type="http://schemas.openxmlformats.org/officeDocument/2006/relationships/slide"/><Relationship Id="rId20" Target="slides/slide12.xml" Type="http://schemas.openxmlformats.org/officeDocument/2006/relationships/slide"/><Relationship Id="rId21" Target="slides/slide13.xml" Type="http://schemas.openxmlformats.org/officeDocument/2006/relationships/slide"/><Relationship Id="rId3" Target="slides/slide2.xml" Type="http://schemas.openxmlformats.org/officeDocument/2006/relationships/slide"/><Relationship Id="rId4" Target="slides/slide3.xml" Type="http://schemas.openxmlformats.org/officeDocument/2006/relationships/slide"/><Relationship Id="rId5" Target="notesMasters/notesMaster1.xml" Type="http://schemas.openxmlformats.org/officeDocument/2006/relationships/notesMaster"/><Relationship Id="rId6" Target="fonts/font1.fntdata" Type="http://schemas.openxmlformats.org/officeDocument/2006/relationships/font"/><Relationship Id="rId7" Target="fonts/font2.fntdata" Type="http://schemas.openxmlformats.org/officeDocument/2006/relationships/font"/><Relationship Id="rId8" Target="presProps.xml" Type="http://schemas.openxmlformats.org/officeDocument/2006/relationships/presProps"/><Relationship Id="rId9" Target="viewProps.xml" Type="http://schemas.openxmlformats.org/officeDocument/2006/relationships/viewProps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4B65459-4C01-9248-BDAA-F28591FAF6F5}" type="datetimeFigureOut">
              <a:rPr lang="en-US" smtClean="0"/>
              <a:t>6/21/2024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9327042-6B61-B148-8485-8BBBFAA13D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03211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tags/tag1.xml" Type="http://schemas.openxmlformats.org/officeDocument/2006/relationships/tags"/><Relationship Id="rId2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tags/tag2.xml" Type="http://schemas.openxmlformats.org/officeDocument/2006/relationships/tags"/><Relationship Id="rId2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6AAAD5A0-1487-482E-950F-CC8B07820865}">
                <a16:creationId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B479C004-8349-4470-9D5F-03910C88E3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51643" y="2271771"/>
            <a:ext cx="6436178" cy="776702"/>
          </a:xfrm>
          <a:prstGeom prst="rect">
            <a:avLst/>
          </a:prstGeom>
        </p:spPr>
        <p:txBody>
          <a:bodyPr rtlCol="0" anchor="b"/>
          <a:lstStyle>
            <a:lvl1pPr lvl="0" algn="ctr">
              <a:defRPr lang="en-US" sz="4400" dirty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361889E0-09B5-41D9-A289-DA14DC27E998}">
                <a16:creationId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CC9D54F3-6EC6-4849-B7FB-9FE98BB4BEB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51643" y="3056695"/>
            <a:ext cx="6436178" cy="494945"/>
          </a:xfrm>
          <a:prstGeom prst="rect">
            <a:avLst/>
          </a:prstGeom>
        </p:spPr>
        <p:txBody>
          <a:bodyPr lIns="91440" rtlCol="0" anchor="t">
            <a:noAutofit/>
          </a:bodyPr>
          <a:lstStyle>
            <a:lvl1pPr marL="0" lvl="0" indent="0" algn="ctr">
              <a:lnSpc>
                <a:spcPct val="100000"/>
              </a:lnSpc>
              <a:spcBef>
                <a:spcPts val="0"/>
              </a:spcBef>
              <a:buNone/>
              <a:defRPr lang="en-US" sz="1400" b="0" i="0" baseline="0" dirty="0">
                <a:solidFill>
                  <a:schemeClr val="accent1"/>
                </a:solidFill>
                <a:latin typeface="+mn-lt"/>
              </a:defRPr>
            </a:lvl1pPr>
            <a:lvl2pPr marL="457200" lvl="1" indent="0" algn="ctr">
              <a:buNone/>
              <a:defRPr lang="en-US" dirty="0">
                <a:solidFill>
                  <a:schemeClr val="tx1">
                    <a:tint val="75000"/>
                  </a:schemeClr>
                </a:solidFill>
              </a:defRPr>
            </a:lvl2pPr>
            <a:lvl3pPr marL="914400" lvl="2" indent="0" algn="ctr">
              <a:buNone/>
              <a:defRPr lang="en-US" dirty="0">
                <a:solidFill>
                  <a:schemeClr val="tx1">
                    <a:tint val="75000"/>
                  </a:schemeClr>
                </a:solidFill>
              </a:defRPr>
            </a:lvl3pPr>
            <a:lvl4pPr marL="1371600" lvl="3" indent="0" algn="ctr">
              <a:buNone/>
              <a:defRPr lang="en-US" dirty="0">
                <a:solidFill>
                  <a:schemeClr val="tx1">
                    <a:tint val="75000"/>
                  </a:schemeClr>
                </a:solidFill>
              </a:defRPr>
            </a:lvl4pPr>
            <a:lvl5pPr marL="1828800" lvl="4" indent="0" algn="ctr">
              <a:buNone/>
              <a:defRPr lang="en-US" dirty="0">
                <a:solidFill>
                  <a:schemeClr val="tx1">
                    <a:tint val="75000"/>
                  </a:schemeClr>
                </a:solidFill>
              </a:defRPr>
            </a:lvl5pPr>
            <a:lvl6pPr marL="2286000" lvl="5" indent="0" algn="ctr">
              <a:buNone/>
              <a:defRPr lang="en-US" dirty="0">
                <a:solidFill>
                  <a:schemeClr val="tx1">
                    <a:tint val="75000"/>
                  </a:schemeClr>
                </a:solidFill>
              </a:defRPr>
            </a:lvl6pPr>
            <a:lvl7pPr marL="2743200" lvl="6" indent="0" algn="ctr">
              <a:buNone/>
              <a:defRPr lang="en-US" dirty="0">
                <a:solidFill>
                  <a:schemeClr val="tx1">
                    <a:tint val="75000"/>
                  </a:schemeClr>
                </a:solidFill>
              </a:defRPr>
            </a:lvl7pPr>
            <a:lvl8pPr marL="3200400" lvl="7" indent="0" algn="ctr">
              <a:buNone/>
              <a:defRPr lang="en-US" dirty="0">
                <a:solidFill>
                  <a:schemeClr val="tx1">
                    <a:tint val="75000"/>
                  </a:schemeClr>
                </a:solidFill>
              </a:defRPr>
            </a:lvl8pPr>
            <a:lvl9pPr marL="3657600" lvl="8" indent="0" algn="ctr">
              <a:buNone/>
              <a:defRPr lang="en-US" dirty="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Slide Number Placeholder 5">
            <a:extLst>
              <a:ext uri="{9E562615-B596-4CA4-9A92-778B24021AF9}">
                <a16:creationId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5B38CC18-B461-46C2-AC9E-6EF5F9AA1F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lvl="0"/>
          </a:lstStyle>
          <a:p>
            <a:r>
              <a:rPr lang="en-US" dirty="0"/>
              <a:t>&lt;#&gt;</a:t>
            </a:r>
          </a:p>
        </p:txBody>
      </p:sp>
      <p:sp>
        <p:nvSpPr>
          <p:cNvPr id="5" name="Footer Placeholder 4">
            <a:extLst>
              <a:ext uri="{94603796-ABB5-4659-AA94-915FE220E633}">
                <a16:creationId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D55231FC-C44A-433B-8560-F236C03575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lvl="0"/>
          </a:lstStyle>
          <a:p>
            <a:r>
              <a:rPr lang="en-US" dirty="0"/>
              <a:t>Footer</a:t>
            </a:r>
          </a:p>
        </p:txBody>
      </p:sp>
      <p:sp>
        <p:nvSpPr>
          <p:cNvPr id="6" name="Date Placeholder 3">
            <a:extLst>
              <a:ext uri="{D7D412D3-57D4-474E-AD9C-A2AF9F0C002A}">
                <a16:creationId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ABF00647-D266-461B-B657-CF6E74E96F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lvl="0"/>
          </a:lstStyle>
          <a:p>
            <a:r>
              <a:rPr lang="en-US" dirty="0"/>
              <a:t>Date</a:t>
            </a:r>
          </a:p>
        </p:txBody>
      </p:sp>
    </p:spTree>
    <p:extLst>
      <p:ext uri="{2DC12FDE-702E-439C-B58B-862AF5AC5019}">
        <p14:creationId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p14="http://schemas.microsoft.com/office/powerpoint/2010/main" val="17189667744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7">
            <a:extLst>
              <a:ext uri="{C2481FB1-8CCB-4A8E-B5D5-0AC2927D24DF}">
                <a16:creationId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03162032-7386-4E77-B920-87B28972D2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 lvl="0"/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C2AEE03D-73C0-4A01-8BEB-D0889117B2F3}">
                <a16:creationId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FC3EDA84-AB01-4F24-93CE-D2439CAB6A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rtlCol="0"/>
          <a:lstStyle>
            <a:lvl1pPr lvl="0"/>
            <a:lvl2pPr lvl="1"/>
            <a:lvl3pPr lvl="2"/>
            <a:lvl4pPr lvl="3"/>
            <a:lvl5pPr lvl="4"/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Slide Number Placeholder 4">
            <a:extLst>
              <a:ext uri="{A9E8237C-881D-4455-9BF1-19CCCA737CB2}">
                <a16:creationId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98536E08-EEC3-42EB-950A-1436AAA00A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r>
              <a:rPr lang="en-US" dirty="0"/>
              <a:t>&lt;#&gt;</a:t>
            </a:r>
          </a:p>
        </p:txBody>
      </p:sp>
      <p:sp>
        <p:nvSpPr>
          <p:cNvPr id="5" name="Footer Placeholder 3">
            <a:extLst>
              <a:ext uri="{1023288C-5CB7-47C6-982D-001A6EC4531B}">
                <a16:creationId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71282885-7E12-4E08-847C-84BECDF422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r>
              <a:rPr lang="en-US" dirty="0"/>
              <a:t>Footer</a:t>
            </a:r>
          </a:p>
        </p:txBody>
      </p:sp>
      <p:sp>
        <p:nvSpPr>
          <p:cNvPr id="6" name="Date Placeholder 1">
            <a:extLst>
              <a:ext uri="{E4616BBB-1032-4CC1-9CE4-88A93A52C08D}">
                <a16:creationId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5C5154C4-BF81-4061-8034-C19EF56AE5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r>
              <a:rPr lang="en-US" dirty="0"/>
              <a:t>Date</a:t>
            </a:r>
          </a:p>
        </p:txBody>
      </p:sp>
    </p:spTree>
    <p:extLst>
      <p:ext uri="{C85A5F24-7E58-4767-981D-E5FAD106FFE2}">
        <p14:creationId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p14="http://schemas.microsoft.com/office/powerpoint/2010/main" val="17189667744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2">
            <a:extLst>
              <a:ext uri="{B54D9644-FEE1-4138-80AD-B3E243D5C420}">
                <a16:creationId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5002FA11-B42B-413E-B037-5EF990C43412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762000" y="2192059"/>
            <a:ext cx="7620000" cy="511812"/>
          </a:xfrm>
          <a:prstGeom prst="rect">
            <a:avLst/>
          </a:prstGeom>
        </p:spPr>
        <p:txBody>
          <a:bodyPr rtlCol="0" anchor="b">
            <a:normAutofit/>
          </a:bodyPr>
          <a:lstStyle>
            <a:lvl1pPr marL="0" lvl="0" indent="0">
              <a:lnSpc>
                <a:spcPct val="100000"/>
              </a:lnSpc>
              <a:buNone/>
              <a:defRPr lang="en-US" sz="1400" b="0" i="0" dirty="0">
                <a:solidFill>
                  <a:schemeClr val="accent1"/>
                </a:solidFill>
                <a:latin typeface="+mn-lt"/>
              </a:defRPr>
            </a:lvl1pPr>
            <a:lvl2pPr marL="457200" lvl="1" indent="0">
              <a:buNone/>
              <a:defRPr lang="en-US" sz="1800" dirty="0">
                <a:solidFill>
                  <a:schemeClr val="tx1">
                    <a:tint val="75000"/>
                  </a:schemeClr>
                </a:solidFill>
              </a:defRPr>
            </a:lvl2pPr>
            <a:lvl3pPr marL="914400" lvl="2" indent="0">
              <a:buNone/>
              <a:defRPr lang="en-US" sz="1600" dirty="0">
                <a:solidFill>
                  <a:schemeClr val="tx1">
                    <a:tint val="75000"/>
                  </a:schemeClr>
                </a:solidFill>
              </a:defRPr>
            </a:lvl3pPr>
            <a:lvl4pPr marL="1371600" lvl="3" indent="0">
              <a:buNone/>
              <a:defRPr lang="en-US" sz="1400" dirty="0">
                <a:solidFill>
                  <a:schemeClr val="tx1">
                    <a:tint val="75000"/>
                  </a:schemeClr>
                </a:solidFill>
              </a:defRPr>
            </a:lvl4pPr>
            <a:lvl5pPr marL="1828800" lvl="4" indent="0">
              <a:buNone/>
              <a:defRPr lang="en-US" sz="1400" dirty="0">
                <a:solidFill>
                  <a:schemeClr val="tx1">
                    <a:tint val="75000"/>
                  </a:schemeClr>
                </a:solidFill>
              </a:defRPr>
            </a:lvl5pPr>
            <a:lvl6pPr marL="2286000" lvl="5" indent="0">
              <a:buNone/>
              <a:defRPr lang="en-US" sz="1400" dirty="0">
                <a:solidFill>
                  <a:schemeClr val="tx1">
                    <a:tint val="75000"/>
                  </a:schemeClr>
                </a:solidFill>
              </a:defRPr>
            </a:lvl6pPr>
            <a:lvl7pPr marL="2743200" lvl="6" indent="0">
              <a:buNone/>
              <a:defRPr lang="en-US" sz="1400" dirty="0">
                <a:solidFill>
                  <a:schemeClr val="tx1">
                    <a:tint val="75000"/>
                  </a:schemeClr>
                </a:solidFill>
              </a:defRPr>
            </a:lvl7pPr>
            <a:lvl8pPr marL="3200400" lvl="7" indent="0">
              <a:buNone/>
              <a:defRPr lang="en-US" sz="1400" dirty="0">
                <a:solidFill>
                  <a:schemeClr val="tx1">
                    <a:tint val="75000"/>
                  </a:schemeClr>
                </a:solidFill>
              </a:defRPr>
            </a:lvl8pPr>
            <a:lvl9pPr marL="3657600" lvl="8" indent="0">
              <a:buNone/>
              <a:defRPr lang="en-US" sz="1400" dirty="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Title 1">
            <a:extLst>
              <a:ext uri="{06B0148C-CD60-4B38-B4F2-6BF04D955EEE}">
                <a16:creationId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C2E9DCDA-137B-4722-938B-AF6B3E144AE8}"/>
              </a:ext>
            </a:extLst>
          </p:cNvPr>
          <p:cNvSpPr>
            <a:spLocks noGrp="1"/>
          </p:cNvSpPr>
          <p:nvPr>
            <p:ph type="title" idx="1"/>
          </p:nvPr>
        </p:nvSpPr>
        <p:spPr>
          <a:xfrm>
            <a:off x="762000" y="2735662"/>
            <a:ext cx="7620000" cy="882263"/>
          </a:xfrm>
          <a:prstGeom prst="rect">
            <a:avLst/>
          </a:prstGeom>
        </p:spPr>
        <p:txBody>
          <a:bodyPr rtlCol="0" anchor="t"/>
          <a:lstStyle>
            <a:lvl1pPr lvl="0">
              <a:defRPr lang="en-US" sz="4000" dirty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Slide Number Placeholder 5">
            <a:extLst>
              <a:ext uri="{EC8D43F0-8635-4E81-817E-475DA499D086}">
                <a16:creationId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86A99561-17BF-43A0-A095-02026A33C9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lvl="0"/>
          </a:lstStyle>
          <a:p>
            <a:r>
              <a:rPr lang="en-US" dirty="0"/>
              <a:t>&lt;#&gt;</a:t>
            </a:r>
          </a:p>
        </p:txBody>
      </p:sp>
      <p:sp>
        <p:nvSpPr>
          <p:cNvPr id="5" name="Footer Placeholder 4">
            <a:extLst>
              <a:ext uri="{F73F4112-64ED-47AE-834C-470974E1AB8E}">
                <a16:creationId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AFA72526-A8E2-49D0-A685-2700829242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lvl="0"/>
          </a:lstStyle>
          <a:p>
            <a:r>
              <a:rPr lang="en-US" dirty="0"/>
              <a:t>Footer</a:t>
            </a:r>
          </a:p>
        </p:txBody>
      </p:sp>
      <p:sp>
        <p:nvSpPr>
          <p:cNvPr id="6" name="Date Placeholder 3">
            <a:extLst>
              <a:ext uri="{41BA15CF-E6DB-48BD-A125-DC91CF1EE95E}">
                <a16:creationId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C9BAB582-0561-44C3-99B1-B80A71FAB1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lvl="0"/>
          </a:lstStyle>
          <a:p>
            <a:r>
              <a:rPr lang="en-US" dirty="0"/>
              <a:t>Date</a:t>
            </a:r>
          </a:p>
        </p:txBody>
      </p:sp>
    </p:spTree>
    <p:extLst>
      <p:ext uri="{B4C74A55-C3A2-443A-9A7B-FB9D696955A3}">
        <p14:creationId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p14="http://schemas.microsoft.com/office/powerpoint/2010/main" val="17189667744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E339D1B7-C891-4DB7-B21B-7FB8E9328F70}">
                <a16:creationId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A6014EA8-61DB-485F-B65F-FAB2B7DB07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 lvl="0"/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2866E711-6793-4FDB-8960-BC16642E18A9}">
                <a16:creationId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8DABC1D1-DAE9-4B51-B59E-015904D596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0" y="1403352"/>
            <a:ext cx="3619500" cy="3069050"/>
          </a:xfrm>
        </p:spPr>
        <p:txBody>
          <a:bodyPr rtlCol="0"/>
          <a:lstStyle>
            <a:lvl1pPr lvl="0"/>
            <a:lvl2pPr lvl="1"/>
            <a:lvl3pPr lvl="2"/>
            <a:lvl4pPr lvl="3"/>
            <a:lvl5pPr lvl="4"/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2">
            <a:extLst>
              <a:ext uri="{FDC9107C-3B09-464C-8A2B-77EC73D308F4}">
                <a16:creationId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EBFD84E1-B4B3-46C8-9DFA-3FC726DDF987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4752975" y="1403352"/>
            <a:ext cx="3619500" cy="3069050"/>
          </a:xfrm>
        </p:spPr>
        <p:txBody>
          <a:bodyPr rtlCol="0"/>
          <a:lstStyle>
            <a:lvl1pPr lvl="0"/>
            <a:lvl2pPr lvl="1"/>
            <a:lvl3pPr lvl="2"/>
            <a:lvl4pPr lvl="3"/>
            <a:lvl5pPr lvl="4"/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Slide Number Placeholder 6">
            <a:extLst>
              <a:ext uri="{19FB89D2-E779-4EFE-8021-2B4F75EA9DBF}">
                <a16:creationId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A8167AE5-7416-47C5-9ACE-F86AC34979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r>
              <a:rPr lang="en-US" dirty="0"/>
              <a:t>&lt;#&gt;</a:t>
            </a:r>
          </a:p>
        </p:txBody>
      </p:sp>
      <p:sp>
        <p:nvSpPr>
          <p:cNvPr id="6" name="Footer Placeholder 5">
            <a:extLst>
              <a:ext uri="{51175CA8-C822-417E-BBD7-CA50D1875216}">
                <a16:creationId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83AEA690-03D4-4AD5-AD9F-5AAB5362A2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r>
              <a:rPr lang="en-US" dirty="0"/>
              <a:t>Footer</a:t>
            </a:r>
          </a:p>
        </p:txBody>
      </p:sp>
      <p:sp>
        <p:nvSpPr>
          <p:cNvPr id="7" name="Date Placeholder 4">
            <a:extLst>
              <a:ext uri="{CDB2C6F8-2F8F-4996-AE7C-D44F1D310610}">
                <a16:creationId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EB3C76EA-3B71-4493-8910-0A7007A583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r>
              <a:rPr lang="en-US" dirty="0"/>
              <a:t>Date</a:t>
            </a:r>
          </a:p>
        </p:txBody>
      </p:sp>
    </p:spTree>
    <p:extLst>
      <p:ext uri="{C8B93DDA-8FDE-43DD-9C67-25419C518478}">
        <p14:creationId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p14="http://schemas.microsoft.com/office/powerpoint/2010/main" val="17189667744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2">
            <a:extLst>
              <a:ext uri="{CB277810-8A59-4E2D-BD55-D4DE7755AAB9}">
                <a16:creationId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B3B3A68C-961D-4ED2-A10E-89EABDE91B3E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762000" y="1400175"/>
            <a:ext cx="3619500" cy="540644"/>
          </a:xfrm>
          <a:prstGeom prst="rect">
            <a:avLst/>
          </a:prstGeom>
        </p:spPr>
        <p:txBody>
          <a:bodyPr rtlCol="0" anchor="ctr">
            <a:normAutofit/>
          </a:bodyPr>
          <a:lstStyle>
            <a:lvl1pPr marL="0" lvl="0" indent="0">
              <a:buNone/>
              <a:defRPr lang="en-US" sz="1600" b="0" i="0" cap="none" dirty="0">
                <a:solidFill>
                  <a:schemeClr val="accent1"/>
                </a:solidFill>
                <a:latin typeface="+mn-lt"/>
              </a:defRPr>
            </a:lvl1pPr>
            <a:lvl2pPr marL="457200" lvl="1" indent="0">
              <a:buNone/>
              <a:defRPr lang="en-US" sz="2000" b="1" dirty="0">
                <a:latin typeface="+mn-lt"/>
              </a:defRPr>
            </a:lvl2pPr>
            <a:lvl3pPr marL="914400" lvl="2" indent="0">
              <a:buNone/>
              <a:defRPr lang="en-US" sz="1800" b="1" dirty="0">
                <a:latin typeface="+mn-lt"/>
              </a:defRPr>
            </a:lvl3pPr>
            <a:lvl4pPr marL="1371600" lvl="3" indent="0">
              <a:buNone/>
              <a:defRPr lang="en-US" sz="1600" b="1" dirty="0">
                <a:latin typeface="+mn-lt"/>
              </a:defRPr>
            </a:lvl4pPr>
            <a:lvl5pPr marL="1828800" lvl="4" indent="0">
              <a:buNone/>
              <a:defRPr lang="en-US" sz="1600" b="1" dirty="0">
                <a:latin typeface="+mn-lt"/>
              </a:defRPr>
            </a:lvl5pPr>
            <a:lvl6pPr marL="2286000" lvl="5" indent="0">
              <a:buNone/>
              <a:defRPr lang="en-US" sz="1600" b="1" dirty="0">
                <a:latin typeface="+mn-lt"/>
              </a:defRPr>
            </a:lvl6pPr>
            <a:lvl7pPr marL="2743200" lvl="6" indent="0">
              <a:buNone/>
              <a:defRPr lang="en-US" sz="1600" b="1" dirty="0">
                <a:latin typeface="+mn-lt"/>
              </a:defRPr>
            </a:lvl7pPr>
            <a:lvl8pPr marL="3200400" lvl="7" indent="0">
              <a:buNone/>
              <a:defRPr lang="en-US" sz="1600" b="1" dirty="0">
                <a:latin typeface="+mn-lt"/>
              </a:defRPr>
            </a:lvl8pPr>
            <a:lvl9pPr marL="3657600" lvl="8" indent="0">
              <a:buNone/>
              <a:defRPr lang="en-US" sz="1600" b="1" dirty="0">
                <a:latin typeface="+mn-lt"/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Text Placeholder 4">
            <a:extLst>
              <a:ext uri="{ABE31925-EA38-4320-B852-03A63B29EEDE}">
                <a16:creationId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C5D098DF-8B95-40CB-AF10-9AA2E51F04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754717" y="1400175"/>
            <a:ext cx="3619500" cy="540644"/>
          </a:xfrm>
          <a:prstGeom prst="rect">
            <a:avLst/>
          </a:prstGeom>
        </p:spPr>
        <p:txBody>
          <a:bodyPr rtlCol="0" anchor="ctr">
            <a:normAutofit/>
          </a:bodyPr>
          <a:lstStyle>
            <a:lvl1pPr marL="0" lvl="0" indent="0">
              <a:buNone/>
              <a:defRPr lang="en-US" sz="1600" b="0" i="0" cap="none" dirty="0">
                <a:solidFill>
                  <a:schemeClr val="accent1"/>
                </a:solidFill>
                <a:latin typeface="+mn-lt"/>
              </a:defRPr>
            </a:lvl1pPr>
            <a:lvl2pPr marL="457200" lvl="1" indent="0">
              <a:buNone/>
              <a:defRPr lang="en-US" sz="2000" b="1" dirty="0">
                <a:latin typeface="+mn-lt"/>
              </a:defRPr>
            </a:lvl2pPr>
            <a:lvl3pPr marL="914400" lvl="2" indent="0">
              <a:buNone/>
              <a:defRPr lang="en-US" sz="1800" b="1" dirty="0">
                <a:latin typeface="+mn-lt"/>
              </a:defRPr>
            </a:lvl3pPr>
            <a:lvl4pPr marL="1371600" lvl="3" indent="0">
              <a:buNone/>
              <a:defRPr lang="en-US" sz="1600" b="1" dirty="0">
                <a:latin typeface="+mn-lt"/>
              </a:defRPr>
            </a:lvl4pPr>
            <a:lvl5pPr marL="1828800" lvl="4" indent="0">
              <a:buNone/>
              <a:defRPr lang="en-US" sz="1600" b="1" dirty="0">
                <a:latin typeface="+mn-lt"/>
              </a:defRPr>
            </a:lvl5pPr>
            <a:lvl6pPr marL="2286000" lvl="5" indent="0">
              <a:buNone/>
              <a:defRPr lang="en-US" sz="1600" b="1" dirty="0">
                <a:latin typeface="+mn-lt"/>
              </a:defRPr>
            </a:lvl6pPr>
            <a:lvl7pPr marL="2743200" lvl="6" indent="0">
              <a:buNone/>
              <a:defRPr lang="en-US" sz="1600" b="1" dirty="0">
                <a:latin typeface="+mn-lt"/>
              </a:defRPr>
            </a:lvl7pPr>
            <a:lvl8pPr marL="3200400" lvl="7" indent="0">
              <a:buNone/>
              <a:defRPr lang="en-US" sz="1600" b="1" dirty="0">
                <a:latin typeface="+mn-lt"/>
              </a:defRPr>
            </a:lvl8pPr>
            <a:lvl9pPr marL="3657600" lvl="8" indent="0">
              <a:buNone/>
              <a:defRPr lang="en-US" sz="1600" b="1" dirty="0">
                <a:latin typeface="+mn-lt"/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2">
            <a:extLst>
              <a:ext uri="{2F232038-9B0E-45EA-8A34-B68861BE3099}">
                <a16:creationId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ED52510D-1407-4E95-A865-443E1A0BDC16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762000" y="1961537"/>
            <a:ext cx="3619500" cy="2510865"/>
          </a:xfrm>
        </p:spPr>
        <p:txBody>
          <a:bodyPr rtlCol="0"/>
          <a:lstStyle>
            <a:lvl1pPr lvl="0"/>
            <a:lvl2pPr lvl="1"/>
            <a:lvl3pPr lvl="2"/>
            <a:lvl4pPr lvl="3"/>
            <a:lvl5pPr lvl="4"/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itle 1">
            <a:extLst>
              <a:ext uri="{03E04427-1A6B-43D8-8712-602D1B58FF10}">
                <a16:creationId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80171254-4377-4711-B96A-85F9DD65AA5F}"/>
              </a:ext>
            </a:extLst>
          </p:cNvPr>
          <p:cNvSpPr>
            <a:spLocks noGrp="1"/>
          </p:cNvSpPr>
          <p:nvPr>
            <p:ph type="title" idx="3"/>
          </p:nvPr>
        </p:nvSpPr>
        <p:spPr/>
        <p:txBody>
          <a:bodyPr rtlCol="0"/>
          <a:lstStyle>
            <a:lvl1pPr lvl="0"/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Content Placeholder 2">
            <a:extLst>
              <a:ext uri="{FE058A89-3714-4A3D-A959-0A1838E4AFFE}">
                <a16:creationId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20ACC97C-659E-4CDD-B717-F7A43A789798}"/>
              </a:ext>
            </a:extLst>
          </p:cNvPr>
          <p:cNvSpPr>
            <a:spLocks noGrp="1"/>
          </p:cNvSpPr>
          <p:nvPr>
            <p:ph idx="4"/>
          </p:nvPr>
        </p:nvSpPr>
        <p:spPr>
          <a:xfrm>
            <a:off x="4751443" y="1961537"/>
            <a:ext cx="3619500" cy="2510865"/>
          </a:xfrm>
        </p:spPr>
        <p:txBody>
          <a:bodyPr rtlCol="0"/>
          <a:lstStyle>
            <a:lvl1pPr lvl="0"/>
            <a:lvl2pPr lvl="1"/>
            <a:lvl3pPr lvl="2"/>
            <a:lvl4pPr lvl="3"/>
            <a:lvl5pPr lvl="4"/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4">
            <a:extLst>
              <a:ext uri="{F2C8E002-615F-493E-932C-E72D7DCDA735}">
                <a16:creationId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446A062B-950F-4267-AF08-013885430D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r>
              <a:rPr lang="en-US" dirty="0"/>
              <a:t>Date</a:t>
            </a:r>
          </a:p>
        </p:txBody>
      </p:sp>
      <p:sp>
        <p:nvSpPr>
          <p:cNvPr id="8" name="Footer Placeholder 5">
            <a:extLst>
              <a:ext uri="{E9ABFCA3-2E01-48E5-9E28-5D3BABD0CA0C}">
                <a16:creationId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9F4AEF42-55C9-4335-AF2A-60F8C8AB2D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r>
              <a:rPr lang="en-US" dirty="0"/>
              <a:t>Footer</a:t>
            </a:r>
          </a:p>
        </p:txBody>
      </p:sp>
      <p:sp>
        <p:nvSpPr>
          <p:cNvPr id="9" name="Slide Number Placeholder 6">
            <a:extLst>
              <a:ext uri="{F6F4693A-98BC-49BF-8B58-F8EA2F62A94C}">
                <a16:creationId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907A39F7-3628-4B76-AFF7-0B63077B2E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r>
              <a:rPr lang="en-US" dirty="0"/>
              <a:t>&lt;#&gt;</a:t>
            </a:r>
          </a:p>
        </p:txBody>
      </p:sp>
    </p:spTree>
    <p:extLst>
      <p:ext uri="{EBDA1AC4-1909-492F-9083-7E3DE5AE5538}">
        <p14:creationId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p14="http://schemas.microsoft.com/office/powerpoint/2010/main" val="17189667744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739CE5D8-381C-407D-963C-66A4F56A14FB}">
                <a16:creationId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21DB4137-F0B9-4546-9227-0BBCADB8CB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1914525"/>
            <a:ext cx="7620000" cy="857250"/>
          </a:xfrm>
        </p:spPr>
        <p:txBody>
          <a:bodyPr rtlCol="0" anchor="ctr"/>
          <a:lstStyle>
            <a:lvl1pPr lvl="0" algn="ctr">
              <a:defRPr lang="en-US" sz="3600" dirty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lide Number Placeholder 3">
            <a:extLst>
              <a:ext uri="{159D6B9B-BB81-4646-ABFB-070BA36EA0E9}">
                <a16:creationId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5570A058-B26A-4018-9DCF-EBF3B38764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r>
              <a:rPr lang="en-US" dirty="0"/>
              <a:t>&lt;#&gt;</a:t>
            </a:r>
          </a:p>
        </p:txBody>
      </p:sp>
      <p:sp>
        <p:nvSpPr>
          <p:cNvPr id="4" name="Footer Placeholder 2">
            <a:extLst>
              <a:ext uri="{9E171DC9-6B74-48A0-9F04-D36466ED5DB8}">
                <a16:creationId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CDFB9615-223D-4EE3-937E-4FECE0A622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r>
              <a:rPr lang="en-US" dirty="0"/>
              <a:t>Footer</a:t>
            </a:r>
          </a:p>
        </p:txBody>
      </p:sp>
      <p:sp>
        <p:nvSpPr>
          <p:cNvPr id="5" name="Date Placeholder 1">
            <a:extLst>
              <a:ext uri="{34E2DDA9-B50F-45DE-B1BE-49671A500AF9}">
                <a16:creationId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B07F339E-DBE9-4498-A184-B39AFB2E5E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r>
              <a:rPr lang="en-US" dirty="0"/>
              <a:t>Date</a:t>
            </a:r>
          </a:p>
        </p:txBody>
      </p:sp>
    </p:spTree>
    <p:extLst>
      <p:ext uri="{8E688DB6-9D00-461A-94AC-9189EEF8B845}">
        <p14:creationId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p14="http://schemas.microsoft.com/office/powerpoint/2010/main" val="17189667744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3">
            <a:extLst>
              <a:ext uri="{F325A239-6D96-4BB1-A61F-0DDCDC8442D3}">
                <a16:creationId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8FD3816F-9D1E-4AF6-851F-12BCA655E7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r>
              <a:rPr lang="en-US" dirty="0"/>
              <a:t>&lt;#&gt;</a:t>
            </a:r>
          </a:p>
        </p:txBody>
      </p:sp>
      <p:sp>
        <p:nvSpPr>
          <p:cNvPr id="3" name="Footer Placeholder 2">
            <a:extLst>
              <a:ext uri="{448CC64E-8A2F-4119-927E-6BE035A0982E}">
                <a16:creationId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E5EFFC84-33D3-4416-B004-1F7FFD441B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r>
              <a:rPr lang="en-US" dirty="0"/>
              <a:t>Footer</a:t>
            </a:r>
          </a:p>
        </p:txBody>
      </p:sp>
      <p:sp>
        <p:nvSpPr>
          <p:cNvPr id="4" name="Date Placeholder 1">
            <a:extLst>
              <a:ext uri="{0CB7C79B-25DE-4361-B173-81CD631E46FC}">
                <a16:creationId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49C4528E-BBC4-495A-AE3D-FA8105FC5A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r>
              <a:rPr lang="en-US" dirty="0"/>
              <a:t>Date</a:t>
            </a:r>
          </a:p>
        </p:txBody>
      </p:sp>
    </p:spTree>
    <p:extLst>
      <p:ext uri="{C1A577CA-F712-445C-AC34-9E4046C0329D}">
        <p14:creationId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p14="http://schemas.microsoft.com/office/powerpoint/2010/main" val="17189667744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684F59EA-C2B9-4AFB-AB34-5C3D4D7F286C}">
                <a16:creationId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102E0817-2F22-432B-AB80-D2703A7479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 lvl="0"/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3">
            <a:extLst>
              <a:ext uri="{75170DFE-6F68-4C6C-9EE6-D8E6BC4ECCF2}">
                <a16:creationId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F0E09BE1-3A0D-449C-BDA5-F59FD9ECDC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62000" y="1455900"/>
            <a:ext cx="2822399" cy="2984400"/>
          </a:xfrm>
        </p:spPr>
        <p:txBody>
          <a:bodyPr lIns="91440" tIns="93600" rIns="91440" bIns="45720" rtlCol="0" anchor="t">
            <a:normAutofit/>
          </a:bodyPr>
          <a:lstStyle>
            <a:lvl1pPr marL="0" lvl="0" indent="0">
              <a:lnSpc>
                <a:spcPct val="100000"/>
              </a:lnSpc>
              <a:buNone/>
              <a:defRPr lang="en-US" b="0" dirty="0">
                <a:latin typeface="+mn-lt"/>
              </a:defRPr>
            </a:lvl1pPr>
          </a:lstStyle>
          <a:p>
            <a:r>
              <a:rPr lang="en-US" dirty="0"/>
              <a:t>Click to edit Master text styles</a:t>
            </a:r>
          </a:p>
        </p:txBody>
      </p:sp>
      <p:sp>
        <p:nvSpPr>
          <p:cNvPr id="4" name="Content Placeholder 2">
            <a:extLst>
              <a:ext uri="{7C0131FB-5B37-4870-AA8A-1141BEA9D74C}">
                <a16:creationId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B3625D1F-6E02-459C-AB55-4863442C297A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3776758" y="1447800"/>
            <a:ext cx="4605242" cy="3000375"/>
          </a:xfrm>
        </p:spPr>
        <p:txBody>
          <a:bodyPr rtlCol="0"/>
          <a:lstStyle>
            <a:lvl1pPr lvl="0"/>
            <a:lvl2pPr lvl="1"/>
            <a:lvl3pPr lvl="2"/>
            <a:lvl4pPr lvl="3"/>
            <a:lvl5pPr lvl="4"/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Slide Number Placeholder 3">
            <a:extLst>
              <a:ext uri="{D36B7E7E-0184-4D1C-9BE1-FD8F73CD91BC}">
                <a16:creationId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01BE5C20-3571-4CD0-9747-7A2DF33F7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r>
              <a:rPr lang="en-US" dirty="0"/>
              <a:t>&lt;#&gt;</a:t>
            </a:r>
          </a:p>
        </p:txBody>
      </p:sp>
      <p:sp>
        <p:nvSpPr>
          <p:cNvPr id="6" name="Footer Placeholder 2">
            <a:extLst>
              <a:ext uri="{E09DE125-1CBB-4E48-8DC4-56A39C3B8B6B}">
                <a16:creationId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8F9D0849-776C-4466-A3DA-4EC201455D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r>
              <a:rPr lang="en-US" dirty="0"/>
              <a:t>Footer</a:t>
            </a:r>
          </a:p>
        </p:txBody>
      </p:sp>
      <p:sp>
        <p:nvSpPr>
          <p:cNvPr id="7" name="Date Placeholder 1">
            <a:extLst>
              <a:ext uri="{9C636217-410C-4E83-9015-12A7C1231F2C}">
                <a16:creationId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B34DBB4E-2664-4AE9-9D3E-1D0E71EEBB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r>
              <a:rPr lang="en-US" dirty="0"/>
              <a:t>Date</a:t>
            </a:r>
          </a:p>
        </p:txBody>
      </p:sp>
    </p:spTree>
    <p:extLst>
      <p:ext uri="{85B1F951-C4D4-48A1-B8BA-BD2F520E5F25}">
        <p14:creationId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p14="http://schemas.microsoft.com/office/powerpoint/2010/main" val="17189667744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6">
            <a:extLst>
              <a:ext uri="{2733DD0A-2E58-4CF4-9E5B-6202E624A333}">
                <a16:creationId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09EB5950-44CD-4021-983B-E2F8288A5006}"/>
              </a:ext>
            </a:extLst>
          </p:cNvPr>
          <p:cNvSpPr/>
          <p:nvPr/>
        </p:nvSpPr>
        <p:spPr>
          <a:xfrm>
            <a:off x="3718307" y="1437411"/>
            <a:ext cx="4663693" cy="3037029"/>
          </a:xfrm>
          <a:prstGeom prst="rect">
            <a:avLst/>
          </a:prstGeom>
          <a:noFill/>
          <a:ln w="6350" cap="flat">
            <a:solidFill>
              <a:schemeClr val="bg1">
                <a:lumMod val="75000"/>
              </a:schemeClr>
            </a:solidFill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lang="en-US" dirty="0">
              <a:latin typeface="+mn-lt"/>
            </a:endParaRPr>
          </a:p>
        </p:txBody>
      </p:sp>
      <p:sp>
        <p:nvSpPr>
          <p:cNvPr id="3" name="Title 1">
            <a:extLst>
              <a:ext uri="{23E04127-9307-4DD2-A722-8C2476C0767B}">
                <a16:creationId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044A7242-1905-4F38-9650-1961376DAA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 lvl="0"/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>
            <a:extLst>
              <a:ext uri="{7BC2C53E-D42E-4BE2-A359-A96E4D8F9B48}">
                <a16:creationId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EEA85913-D695-440B-856B-5089955317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62000" y="1455900"/>
            <a:ext cx="2822399" cy="2984400"/>
          </a:xfrm>
        </p:spPr>
        <p:txBody>
          <a:bodyPr lIns="91440" tIns="93600" rIns="91440" bIns="45720" rtlCol="0" anchor="t">
            <a:normAutofit/>
          </a:bodyPr>
          <a:lstStyle>
            <a:lvl1pPr marL="0" lvl="0" indent="0">
              <a:lnSpc>
                <a:spcPct val="100000"/>
              </a:lnSpc>
              <a:buNone/>
              <a:defRPr lang="en-US" b="0" dirty="0">
                <a:latin typeface="+mn-lt"/>
              </a:defRPr>
            </a:lvl1pPr>
          </a:lstStyle>
          <a:p>
            <a:r>
              <a:rPr lang="en-US" dirty="0"/>
              <a:t>Click to edit Master text styles</a:t>
            </a:r>
          </a:p>
        </p:txBody>
      </p:sp>
      <p:sp>
        <p:nvSpPr>
          <p:cNvPr id="5" name="Picture Placeholder 2">
            <a:extLst>
              <a:ext uri="{E6DD4435-DB0C-4A36-A5E5-AFE58F6CFC41}">
                <a16:creationId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960FE215-E13F-44A3-820D-6C115711A7E8}"/>
              </a:ext>
            </a:extLst>
          </p:cNvPr>
          <p:cNvSpPr>
            <a:spLocks noGrp="1"/>
          </p:cNvSpPr>
          <p:nvPr>
            <p:ph type="pic" idx="2"/>
          </p:nvPr>
        </p:nvSpPr>
        <p:spPr>
          <a:xfrm>
            <a:off x="3775220" y="1492944"/>
            <a:ext cx="4543283" cy="2925962"/>
          </a:xfrm>
          <a:solidFill>
            <a:schemeClr val="bg1">
              <a:lumMod val="95000"/>
            </a:schemeClr>
          </a:solidFill>
          <a:ln w="38100">
            <a:noFill/>
            <a:miter lim="800000"/>
          </a:ln>
        </p:spPr>
        <p:txBody>
          <a:bodyPr rtlCol="0"/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6" name="Slide Number Placeholder 4">
            <a:extLst>
              <a:ext uri="{3D9DEEF1-B846-45F2-9505-47F3145092B3}">
                <a16:creationId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8CCD1331-7E7B-4B88-B1A1-82DC2C35E4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r>
              <a:rPr lang="en-US" dirty="0"/>
              <a:t>&lt;#&gt;</a:t>
            </a:r>
          </a:p>
        </p:txBody>
      </p:sp>
      <p:sp>
        <p:nvSpPr>
          <p:cNvPr id="7" name="Footer Placeholder 3">
            <a:extLst>
              <a:ext uri="{39F1138D-150D-4385-BF6A-1CD564840F04}">
                <a16:creationId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8A0F7C49-A90D-40DA-AB07-0A21027713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r>
              <a:rPr lang="en-US" dirty="0"/>
              <a:t>Footer</a:t>
            </a:r>
          </a:p>
        </p:txBody>
      </p:sp>
      <p:sp>
        <p:nvSpPr>
          <p:cNvPr id="8" name="Date Placeholder 1">
            <a:extLst>
              <a:ext uri="{57498651-DB76-433F-8AD5-87ADAE491E14}">
                <a16:creationId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9C4C48CC-49FC-4873-858D-E3A861C68D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r>
              <a:rPr lang="en-US" dirty="0"/>
              <a:t>Date</a:t>
            </a:r>
          </a:p>
        </p:txBody>
      </p:sp>
    </p:spTree>
    <p:extLst>
      <p:ext uri="{DCD87660-55D7-4D0B-949D-4CED461AA6A3}">
        <p14:creationId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p14="http://schemas.microsoft.com/office/powerpoint/2010/main" val="17189667744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Text, and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9">
            <a:extLst>
              <a:ext uri="{60A62DBE-E1D8-4E23-9182-CD85826D38E0}">
                <a16:creationId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79A0DDF4-4F14-4A7D-982D-4C24167D5611}"/>
              </a:ext>
            </a:extLst>
          </p:cNvPr>
          <p:cNvSpPr/>
          <p:nvPr/>
        </p:nvSpPr>
        <p:spPr>
          <a:xfrm>
            <a:off x="774703" y="1417637"/>
            <a:ext cx="1850529" cy="2192337"/>
          </a:xfrm>
          <a:prstGeom prst="rect">
            <a:avLst/>
          </a:prstGeom>
          <a:noFill/>
          <a:ln w="6350" cap="flat">
            <a:solidFill>
              <a:schemeClr val="tx1">
                <a:alpha val="48000"/>
                <a:lumMod val="50000"/>
                <a:lumOff val="50000"/>
              </a:schemeClr>
            </a:solidFill>
            <a:prstDash val="solid"/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lang="en-US" dirty="0">
              <a:latin typeface="+mn-lt"/>
            </a:endParaRPr>
          </a:p>
        </p:txBody>
      </p:sp>
      <p:sp>
        <p:nvSpPr>
          <p:cNvPr id="3" name="Rectangle 20">
            <a:extLst>
              <a:ext uri="{456069B8-4A12-4F6E-833D-ECB38B0B0961}">
                <a16:creationId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CBCD41CC-A5F0-465D-A0D0-9690406F615F}"/>
              </a:ext>
            </a:extLst>
          </p:cNvPr>
          <p:cNvSpPr/>
          <p:nvPr/>
        </p:nvSpPr>
        <p:spPr>
          <a:xfrm>
            <a:off x="2774950" y="1417637"/>
            <a:ext cx="3580319" cy="2192337"/>
          </a:xfrm>
          <a:prstGeom prst="rect">
            <a:avLst/>
          </a:prstGeom>
          <a:noFill/>
          <a:ln w="6350" cap="flat">
            <a:solidFill>
              <a:schemeClr val="tx1">
                <a:alpha val="48000"/>
                <a:lumMod val="50000"/>
                <a:lumOff val="50000"/>
              </a:schemeClr>
            </a:solidFill>
            <a:prstDash val="solid"/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lang="en-US" dirty="0">
              <a:latin typeface="+mn-lt"/>
            </a:endParaRPr>
          </a:p>
        </p:txBody>
      </p:sp>
      <p:sp>
        <p:nvSpPr>
          <p:cNvPr id="4" name="Rectangle 22">
            <a:extLst>
              <a:ext uri="{0E03C2B1-ACDA-46D0-8EB4-E62584BD86B7}">
                <a16:creationId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A2601A90-8A84-479B-B2D8-90E7B444655F}"/>
              </a:ext>
            </a:extLst>
          </p:cNvPr>
          <p:cNvSpPr/>
          <p:nvPr/>
        </p:nvSpPr>
        <p:spPr>
          <a:xfrm>
            <a:off x="6496050" y="1417637"/>
            <a:ext cx="1882776" cy="2192337"/>
          </a:xfrm>
          <a:custGeom>
            <a:avLst/>
            <a:gdLst/>
            <a:ahLst/>
            <a:cxnLst/>
            <a:rect l="0" t="0" r="r" b="b"/>
            <a:pathLst>
              <a:path w="1882776" h="2192337">
                <a:moveTo>
                  <a:pt x="9525" y="0"/>
                </a:moveTo>
                <a:lnTo>
                  <a:pt x="1882777" y="0"/>
                </a:lnTo>
                <a:lnTo>
                  <a:pt x="1882777" y="2192337"/>
                </a:lnTo>
                <a:lnTo>
                  <a:pt x="9525" y="2192337"/>
                </a:lnTo>
                <a:close/>
              </a:path>
            </a:pathLst>
          </a:custGeom>
          <a:noFill/>
          <a:ln w="6350" cap="flat">
            <a:solidFill>
              <a:schemeClr val="tx1">
                <a:alpha val="48000"/>
                <a:lumMod val="50000"/>
                <a:lumOff val="50000"/>
              </a:schemeClr>
            </a:solidFill>
            <a:prstDash val="solid"/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lang="en-US" dirty="0">
              <a:latin typeface="+mn-lt"/>
            </a:endParaRPr>
          </a:p>
        </p:txBody>
      </p:sp>
      <p:sp>
        <p:nvSpPr>
          <p:cNvPr id="5" name="Title 1">
            <a:extLst>
              <a:ext uri="{056B8550-5971-4971-AA1B-EA22062E61A0}">
                <a16:creationId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6F09A7C0-9DEC-4064-9CD3-CD1AB6FF9C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 lvl="0"/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Picture Placeholder 2">
            <a:extLst>
              <a:ext uri="{CD81D2C6-F93D-499C-95B6-0746F55D1F29}">
                <a16:creationId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60429539-21F2-47B9-9E5B-B16B1B7BE16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835027" y="1474787"/>
            <a:ext cx="1723499" cy="2074863"/>
          </a:xfrm>
          <a:solidFill>
            <a:schemeClr val="bg1">
              <a:lumMod val="95000"/>
            </a:schemeClr>
          </a:solidFill>
          <a:ln w="38100">
            <a:noFill/>
            <a:miter lim="800000"/>
          </a:ln>
        </p:spPr>
        <p:txBody>
          <a:bodyPr rtlCol="0"/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7" name="Content Placeholder 2">
            <a:extLst>
              <a:ext uri="{7193702C-E718-4E39-B4EB-97CF9AA0434D}">
                <a16:creationId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C9204DBC-6E3B-4D0F-90E2-DB7709112AE7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762000" y="3810000"/>
            <a:ext cx="1847850" cy="523875"/>
          </a:xfrm>
          <a:prstGeom prst="rect">
            <a:avLst/>
          </a:prstGeom>
        </p:spPr>
        <p:txBody>
          <a:bodyPr rtlCol="0" anchor="t">
            <a:normAutofit/>
          </a:bodyPr>
          <a:lstStyle>
            <a:lvl1pPr marL="0" lvl="0" indent="0" algn="ctr">
              <a:lnSpc>
                <a:spcPct val="100000"/>
              </a:lnSpc>
              <a:buFont typeface="Arial"/>
              <a:buNone/>
              <a:defRPr lang="en-US" sz="12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</a:defRPr>
            </a:lvl1pPr>
            <a:lvl2pPr lvl="1">
              <a:lnSpc>
                <a:spcPct val="129999"/>
              </a:lnSpc>
              <a:defRPr lang="en-US" sz="1000" dirty="0">
                <a:solidFill>
                  <a:schemeClr val="bg1">
                    <a:lumMod val="65000"/>
                  </a:schemeClr>
                </a:solidFill>
              </a:defRPr>
            </a:lvl2pPr>
            <a:lvl3pPr lvl="2">
              <a:lnSpc>
                <a:spcPts val="1200"/>
              </a:lnSpc>
              <a:defRPr lang="en-US" sz="1050" i="1" dirty="0">
                <a:solidFill>
                  <a:schemeClr val="tx2">
                    <a:lumMod val="50000"/>
                    <a:lumOff val="50000"/>
                  </a:schemeClr>
                </a:solidFill>
              </a:defRPr>
            </a:lvl3pPr>
            <a:lvl4pPr lvl="3">
              <a:lnSpc>
                <a:spcPts val="1200"/>
              </a:lnSpc>
              <a:defRPr lang="en-US" sz="1050" i="0" dirty="0">
                <a:solidFill>
                  <a:schemeClr val="tx2">
                    <a:lumMod val="50000"/>
                    <a:lumOff val="50000"/>
                  </a:schemeClr>
                </a:solidFill>
              </a:defRPr>
            </a:lvl4pPr>
            <a:lvl5pPr lvl="4">
              <a:lnSpc>
                <a:spcPts val="1200"/>
              </a:lnSpc>
              <a:buFont typeface="Arial"/>
              <a:buChar char="»"/>
              <a:defRPr lang="en-US" sz="1050" i="1" dirty="0">
                <a:solidFill>
                  <a:schemeClr val="tx2">
                    <a:lumMod val="50000"/>
                    <a:lumOff val="50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Picture Placeholder 2">
            <a:extLst>
              <a:ext uri="{62BF0022-F0C6-44F0-9D49-D9F8385A9EB7}">
                <a16:creationId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EDBAD6DE-E177-4481-943E-80279308AC7F}"/>
              </a:ext>
            </a:extLst>
          </p:cNvPr>
          <p:cNvSpPr>
            <a:spLocks noGrp="1"/>
          </p:cNvSpPr>
          <p:nvPr>
            <p:ph type="pic" idx="3"/>
          </p:nvPr>
        </p:nvSpPr>
        <p:spPr>
          <a:xfrm>
            <a:off x="2835275" y="1474787"/>
            <a:ext cx="3459670" cy="2074863"/>
          </a:xfrm>
          <a:solidFill>
            <a:schemeClr val="bg1">
              <a:lumMod val="95000"/>
            </a:schemeClr>
          </a:solidFill>
          <a:ln w="38100">
            <a:noFill/>
            <a:miter lim="800000"/>
          </a:ln>
        </p:spPr>
        <p:txBody>
          <a:bodyPr rtlCol="0"/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9" name="Content Placeholder 2">
            <a:extLst>
              <a:ext uri="{09D53406-91F9-4DCD-8715-01556EDF6353}">
                <a16:creationId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718B37C0-E5A4-4C89-8379-13D024BACE8E}"/>
              </a:ext>
            </a:extLst>
          </p:cNvPr>
          <p:cNvSpPr>
            <a:spLocks noGrp="1"/>
          </p:cNvSpPr>
          <p:nvPr>
            <p:ph type="body" idx="4"/>
          </p:nvPr>
        </p:nvSpPr>
        <p:spPr>
          <a:xfrm>
            <a:off x="2777561" y="3810000"/>
            <a:ext cx="3577708" cy="523875"/>
          </a:xfrm>
          <a:prstGeom prst="rect">
            <a:avLst/>
          </a:prstGeom>
        </p:spPr>
        <p:txBody>
          <a:bodyPr rtlCol="0" anchor="t">
            <a:normAutofit/>
          </a:bodyPr>
          <a:lstStyle>
            <a:lvl1pPr marL="0" lvl="0" indent="0" algn="ctr">
              <a:lnSpc>
                <a:spcPct val="100000"/>
              </a:lnSpc>
              <a:buFont typeface="Arial"/>
              <a:buNone/>
              <a:defRPr lang="en-US" sz="12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</a:defRPr>
            </a:lvl1pPr>
            <a:lvl2pPr lvl="1">
              <a:lnSpc>
                <a:spcPct val="129999"/>
              </a:lnSpc>
              <a:defRPr lang="en-US" sz="1000" dirty="0">
                <a:solidFill>
                  <a:schemeClr val="bg1">
                    <a:lumMod val="65000"/>
                  </a:schemeClr>
                </a:solidFill>
              </a:defRPr>
            </a:lvl2pPr>
            <a:lvl3pPr lvl="2">
              <a:lnSpc>
                <a:spcPts val="1200"/>
              </a:lnSpc>
              <a:defRPr lang="en-US" sz="1050" i="1" dirty="0">
                <a:solidFill>
                  <a:schemeClr val="tx2">
                    <a:lumMod val="50000"/>
                    <a:lumOff val="50000"/>
                  </a:schemeClr>
                </a:solidFill>
              </a:defRPr>
            </a:lvl3pPr>
            <a:lvl4pPr lvl="3">
              <a:lnSpc>
                <a:spcPts val="1200"/>
              </a:lnSpc>
              <a:defRPr lang="en-US" sz="1050" i="0" dirty="0">
                <a:solidFill>
                  <a:schemeClr val="tx2">
                    <a:lumMod val="50000"/>
                    <a:lumOff val="50000"/>
                  </a:schemeClr>
                </a:solidFill>
              </a:defRPr>
            </a:lvl4pPr>
            <a:lvl5pPr lvl="4">
              <a:lnSpc>
                <a:spcPts val="1200"/>
              </a:lnSpc>
              <a:buFont typeface="Arial"/>
              <a:buChar char="»"/>
              <a:defRPr lang="en-US" sz="1050" i="1" dirty="0">
                <a:solidFill>
                  <a:schemeClr val="tx2">
                    <a:lumMod val="50000"/>
                    <a:lumOff val="50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0" name="Picture Placeholder 2">
            <a:extLst>
              <a:ext uri="{BD42BF79-DE55-456E-9DD0-45ED3A313447}">
                <a16:creationId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7AF23A19-3723-4C18-BE6C-A4C305ADBDD6}"/>
              </a:ext>
            </a:extLst>
          </p:cNvPr>
          <p:cNvSpPr>
            <a:spLocks noGrp="1"/>
          </p:cNvSpPr>
          <p:nvPr>
            <p:ph type="pic" idx="5"/>
          </p:nvPr>
        </p:nvSpPr>
        <p:spPr>
          <a:xfrm>
            <a:off x="6581774" y="1474787"/>
            <a:ext cx="1724025" cy="2074863"/>
          </a:xfrm>
          <a:solidFill>
            <a:schemeClr val="bg1">
              <a:lumMod val="95000"/>
            </a:schemeClr>
          </a:solidFill>
          <a:ln w="38100">
            <a:noFill/>
            <a:miter lim="800000"/>
          </a:ln>
        </p:spPr>
        <p:txBody>
          <a:bodyPr rtlCol="0"/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11" name="Content Placeholder 2">
            <a:extLst>
              <a:ext uri="{0A962D3B-3ADC-4A91-8AA1-834671DDECE0}">
                <a16:creationId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2B7E6241-675E-4C03-B747-D979EE7A56C1}"/>
              </a:ext>
            </a:extLst>
          </p:cNvPr>
          <p:cNvSpPr>
            <a:spLocks noGrp="1"/>
          </p:cNvSpPr>
          <p:nvPr>
            <p:ph type="body" idx="6"/>
          </p:nvPr>
        </p:nvSpPr>
        <p:spPr>
          <a:xfrm>
            <a:off x="6496050" y="3810000"/>
            <a:ext cx="1882775" cy="523875"/>
          </a:xfrm>
          <a:prstGeom prst="rect">
            <a:avLst/>
          </a:prstGeom>
        </p:spPr>
        <p:txBody>
          <a:bodyPr rtlCol="0" anchor="t">
            <a:normAutofit/>
          </a:bodyPr>
          <a:lstStyle>
            <a:lvl1pPr marL="0" lvl="0" indent="0" algn="ctr">
              <a:lnSpc>
                <a:spcPct val="100000"/>
              </a:lnSpc>
              <a:buFont typeface="Arial"/>
              <a:buNone/>
              <a:defRPr lang="en-US" sz="12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</a:defRPr>
            </a:lvl1pPr>
            <a:lvl2pPr lvl="1">
              <a:lnSpc>
                <a:spcPct val="129999"/>
              </a:lnSpc>
              <a:defRPr lang="en-US" sz="1000" dirty="0">
                <a:solidFill>
                  <a:schemeClr val="bg1">
                    <a:lumMod val="65000"/>
                  </a:schemeClr>
                </a:solidFill>
              </a:defRPr>
            </a:lvl2pPr>
            <a:lvl3pPr lvl="2">
              <a:lnSpc>
                <a:spcPts val="1200"/>
              </a:lnSpc>
              <a:defRPr lang="en-US" sz="1050" i="1" dirty="0">
                <a:solidFill>
                  <a:schemeClr val="tx2">
                    <a:lumMod val="50000"/>
                    <a:lumOff val="50000"/>
                  </a:schemeClr>
                </a:solidFill>
              </a:defRPr>
            </a:lvl3pPr>
            <a:lvl4pPr lvl="3">
              <a:lnSpc>
                <a:spcPts val="1200"/>
              </a:lnSpc>
              <a:defRPr lang="en-US" sz="1050" i="0" dirty="0">
                <a:solidFill>
                  <a:schemeClr val="tx2">
                    <a:lumMod val="50000"/>
                    <a:lumOff val="50000"/>
                  </a:schemeClr>
                </a:solidFill>
              </a:defRPr>
            </a:lvl4pPr>
            <a:lvl5pPr lvl="4">
              <a:lnSpc>
                <a:spcPts val="1200"/>
              </a:lnSpc>
              <a:buFont typeface="Arial"/>
              <a:buChar char="»"/>
              <a:defRPr lang="en-US" sz="1050" i="1" dirty="0">
                <a:solidFill>
                  <a:schemeClr val="tx2">
                    <a:lumMod val="50000"/>
                    <a:lumOff val="50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2" name="Slide Number Placeholder 4">
            <a:extLst>
              <a:ext uri="{77983A74-B2D0-4347-95FC-917F440FB294}">
                <a16:creationId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3494E94D-15B0-4A3F-8E55-17D9B9050A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r>
              <a:rPr lang="en-US" dirty="0"/>
              <a:t>&lt;#&gt;</a:t>
            </a:r>
          </a:p>
        </p:txBody>
      </p:sp>
      <p:sp>
        <p:nvSpPr>
          <p:cNvPr id="13" name="Footer Placeholder 3">
            <a:extLst>
              <a:ext uri="{0BF09E00-0F09-4E3B-AB0F-D553D413C350}">
                <a16:creationId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8954E9BD-7334-4E92-879D-458FDDEAF3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r>
              <a:rPr lang="en-US" dirty="0"/>
              <a:t>Footer</a:t>
            </a:r>
          </a:p>
        </p:txBody>
      </p:sp>
      <p:sp>
        <p:nvSpPr>
          <p:cNvPr id="14" name="Date Placeholder 1">
            <a:extLst>
              <a:ext uri="{80DEE800-0B17-435D-BEA7-28620D41CD3C}">
                <a16:creationId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39328561-A48B-440B-AEAC-C56E9CC657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r>
              <a:rPr lang="en-US" dirty="0"/>
              <a:t>Date</a:t>
            </a:r>
          </a:p>
        </p:txBody>
      </p:sp>
    </p:spTree>
    <p:custDataLst>
      <p:tags r:id="rId1"/>
    </p:custDataLst>
    <p:extLst>
      <p:ext uri="{6CB9AEDE-3580-44EC-9846-8FEA2354D0BB}">
        <p14:creationId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p14="http://schemas.microsoft.com/office/powerpoint/2010/main" val="17189667744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6A47D050-321A-423B-AD79-899E87CAB002}">
                <a16:creationId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44FC5CFE-0BDB-412C-8FE1-ECA6E2F326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 lvl="0"/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99BFE6A2-ABB3-469C-9DE8-8010E563508D}">
                <a16:creationId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BB27C1C7-7614-485E-B75C-0078670D83D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04800" y="1733550"/>
            <a:ext cx="2095500" cy="2190750"/>
          </a:xfrm>
          <a:solidFill>
            <a:schemeClr val="bg1">
              <a:lumMod val="95000"/>
            </a:schemeClr>
          </a:solidFill>
          <a:ln w="38100">
            <a:noFill/>
            <a:miter lim="800000"/>
          </a:ln>
        </p:spPr>
        <p:txBody>
          <a:bodyPr rtlCol="0"/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4" name="Picture Placeholder 2">
            <a:extLst>
              <a:ext uri="{EC253BD8-2A92-4F2D-A8EA-DCA0402D9A1B}">
                <a16:creationId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0A86224C-85C1-481E-9257-F6C1104A1E35}"/>
              </a:ext>
            </a:extLst>
          </p:cNvPr>
          <p:cNvSpPr>
            <a:spLocks noGrp="1"/>
          </p:cNvSpPr>
          <p:nvPr>
            <p:ph type="pic" idx="2"/>
          </p:nvPr>
        </p:nvSpPr>
        <p:spPr>
          <a:xfrm>
            <a:off x="2470150" y="1733550"/>
            <a:ext cx="2095500" cy="2190750"/>
          </a:xfrm>
          <a:solidFill>
            <a:schemeClr val="bg1">
              <a:lumMod val="95000"/>
            </a:schemeClr>
          </a:solidFill>
          <a:ln w="38100">
            <a:noFill/>
            <a:miter lim="800000"/>
          </a:ln>
        </p:spPr>
        <p:txBody>
          <a:bodyPr rtlCol="0"/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5" name="Picture Placeholder 2">
            <a:extLst>
              <a:ext uri="{DFAB9371-2891-4ABC-A981-EB0FE9F19104}">
                <a16:creationId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F548AE58-5B21-4509-832F-F76FC7C91DA5}"/>
              </a:ext>
            </a:extLst>
          </p:cNvPr>
          <p:cNvSpPr>
            <a:spLocks noGrp="1"/>
          </p:cNvSpPr>
          <p:nvPr>
            <p:ph type="pic" idx="3"/>
          </p:nvPr>
        </p:nvSpPr>
        <p:spPr>
          <a:xfrm>
            <a:off x="4635500" y="1733550"/>
            <a:ext cx="2095500" cy="2190750"/>
          </a:xfrm>
          <a:solidFill>
            <a:schemeClr val="bg1">
              <a:lumMod val="95000"/>
            </a:schemeClr>
          </a:solidFill>
          <a:ln w="38100">
            <a:noFill/>
            <a:miter lim="800000"/>
          </a:ln>
        </p:spPr>
        <p:txBody>
          <a:bodyPr rtlCol="0"/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6" name="Picture Placeholder 2">
            <a:extLst>
              <a:ext uri="{8C566C42-B3C9-47AF-BAC0-F52FB1DC73FD}">
                <a16:creationId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347F5E97-B489-4811-9E1E-A8970279DEAD}"/>
              </a:ext>
            </a:extLst>
          </p:cNvPr>
          <p:cNvSpPr>
            <a:spLocks noGrp="1"/>
          </p:cNvSpPr>
          <p:nvPr>
            <p:ph type="pic" idx="4"/>
          </p:nvPr>
        </p:nvSpPr>
        <p:spPr>
          <a:xfrm>
            <a:off x="6800850" y="1733550"/>
            <a:ext cx="2095500" cy="2190750"/>
          </a:xfrm>
          <a:solidFill>
            <a:schemeClr val="bg1">
              <a:lumMod val="95000"/>
            </a:schemeClr>
          </a:solidFill>
          <a:ln w="38100">
            <a:noFill/>
            <a:miter lim="800000"/>
          </a:ln>
        </p:spPr>
        <p:txBody>
          <a:bodyPr rtlCol="0"/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7" name="Slide Number Placeholder 4">
            <a:extLst>
              <a:ext uri="{93B48AAA-C746-486A-8E37-1073DFA13139}">
                <a16:creationId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DAF8F659-1FE6-481F-AB75-253741FF9E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r>
              <a:rPr lang="en-US" dirty="0"/>
              <a:t>&lt;#&gt;</a:t>
            </a:r>
          </a:p>
        </p:txBody>
      </p:sp>
      <p:sp>
        <p:nvSpPr>
          <p:cNvPr id="8" name="Footer Placeholder 3">
            <a:extLst>
              <a:ext uri="{D663DA2D-AD65-4467-8251-C7D41971120C}">
                <a16:creationId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CC8BB92A-CD5A-48E6-A05A-544C3B053B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r>
              <a:rPr lang="en-US" dirty="0"/>
              <a:t>Footer</a:t>
            </a:r>
          </a:p>
        </p:txBody>
      </p:sp>
      <p:sp>
        <p:nvSpPr>
          <p:cNvPr id="9" name="Date Placeholder 1">
            <a:extLst>
              <a:ext uri="{48D9CE8A-C8E7-430C-A879-235B9E668169}">
                <a16:creationId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AC91DEBD-6946-4E41-A6C6-3FE91C6E5C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r>
              <a:rPr lang="en-US" dirty="0"/>
              <a:t>Date</a:t>
            </a:r>
          </a:p>
        </p:txBody>
      </p:sp>
    </p:spTree>
    <p:custDataLst>
      <p:tags r:id="rId1"/>
    </p:custDataLst>
    <p:extLst>
      <p:ext uri="{AFAD6312-D040-41C8-A851-872B1AD9A157}">
        <p14:creationId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p14="http://schemas.microsoft.com/office/powerpoint/2010/main" val="1718966774413"/>
      </p:ext>
    </p:extLst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lideMaster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5" hidden="1">
            <a:extLst>
              <a:ext uri="{9692EC6E-8A96-45D6-97D1-378988C02F0E}">
                <a16:creationId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B1B23E78-2AD0-4D3D-9B4E-C9AD58E7B5DC}"/>
              </a:ext>
            </a:extLst>
          </p:cNvPr>
          <p:cNvSpPr txBox="1">
            <a:spLocks noGrp="1"/>
          </p:cNvSpPr>
          <p:nvPr/>
        </p:nvSpPr>
        <p:spPr>
          <a:xfrm>
            <a:off x="6123448" y="4771233"/>
            <a:ext cx="2133600" cy="273844"/>
          </a:xfrm>
          <a:prstGeom prst="rect">
            <a:avLst/>
          </a:prstGeom>
          <a:effectLst/>
        </p:spPr>
        <p:txBody>
          <a:bodyPr lIns="91440" tIns="45720" rIns="91440" bIns="45720" numCol="1" spcCol="0" rtlCol="0" anchor="ctr"/>
          <a:lstStyle>
            <a:lvl1pPr marL="0" lvl="0" algn="r" rtl="0">
              <a:lnSpc>
                <a:spcPct val="100000"/>
              </a:lnSpc>
              <a:defRPr lang="en-US" sz="600" b="0" i="0" dirty="0">
                <a:solidFill>
                  <a:schemeClr val="bg1">
                    <a:lumMod val="50000"/>
                  </a:schemeClr>
                </a:solidFill>
                <a:latin typeface="Roboto"/>
              </a:defRPr>
            </a:lvl1pPr>
            <a:lvl2pPr marL="457200" lvl="1" algn="l" rtl="0">
              <a:lnSpc>
                <a:spcPct val="100000"/>
              </a:lnSpc>
              <a:defRPr lang="en-US" sz="1800" dirty="0">
                <a:solidFill>
                  <a:schemeClr val="tx1"/>
                </a:solidFill>
                <a:latin typeface="Roboto"/>
              </a:defRPr>
            </a:lvl2pPr>
            <a:lvl3pPr marL="914400" lvl="2" algn="l" rtl="0">
              <a:lnSpc>
                <a:spcPct val="100000"/>
              </a:lnSpc>
              <a:defRPr lang="en-US" sz="1800" dirty="0">
                <a:solidFill>
                  <a:schemeClr val="tx1"/>
                </a:solidFill>
                <a:latin typeface="Roboto"/>
              </a:defRPr>
            </a:lvl3pPr>
            <a:lvl4pPr marL="1371600" lvl="3" algn="l" rtl="0">
              <a:lnSpc>
                <a:spcPct val="100000"/>
              </a:lnSpc>
              <a:defRPr lang="en-US" sz="1800" dirty="0">
                <a:solidFill>
                  <a:schemeClr val="tx1"/>
                </a:solidFill>
                <a:latin typeface="Roboto"/>
              </a:defRPr>
            </a:lvl4pPr>
            <a:lvl5pPr marL="1828800" lvl="4" algn="l" rtl="0">
              <a:lnSpc>
                <a:spcPct val="100000"/>
              </a:lnSpc>
              <a:defRPr lang="en-US" sz="1800" dirty="0">
                <a:solidFill>
                  <a:schemeClr val="tx1"/>
                </a:solidFill>
                <a:latin typeface="Roboto"/>
              </a:defRPr>
            </a:lvl5pPr>
            <a:lvl6pPr marL="2286000" lvl="5" algn="l" rtl="0">
              <a:lnSpc>
                <a:spcPct val="100000"/>
              </a:lnSpc>
              <a:defRPr lang="en-US" sz="1800" dirty="0">
                <a:solidFill>
                  <a:schemeClr val="tx1"/>
                </a:solidFill>
                <a:latin typeface="Roboto"/>
              </a:defRPr>
            </a:lvl6pPr>
            <a:lvl7pPr marL="2743200" lvl="6" algn="l" rtl="0">
              <a:lnSpc>
                <a:spcPct val="100000"/>
              </a:lnSpc>
              <a:defRPr lang="en-US" sz="1800" dirty="0">
                <a:solidFill>
                  <a:schemeClr val="tx1"/>
                </a:solidFill>
                <a:latin typeface="Roboto"/>
              </a:defRPr>
            </a:lvl7pPr>
            <a:lvl8pPr marL="3200400" lvl="7" algn="l" rtl="0">
              <a:lnSpc>
                <a:spcPct val="100000"/>
              </a:lnSpc>
              <a:defRPr lang="en-US" sz="1800" dirty="0">
                <a:solidFill>
                  <a:schemeClr val="tx1"/>
                </a:solidFill>
                <a:latin typeface="Roboto"/>
              </a:defRPr>
            </a:lvl8pPr>
            <a:lvl9pPr marL="3657600" lvl="8" algn="l" rtl="0">
              <a:lnSpc>
                <a:spcPct val="100000"/>
              </a:lnSpc>
              <a:defRPr lang="en-US" sz="1800" dirty="0">
                <a:solidFill>
                  <a:schemeClr val="tx1"/>
                </a:solidFill>
                <a:latin typeface="Roboto"/>
              </a:defRPr>
            </a:lvl9pPr>
          </a:lstStyle>
          <a:p>
            <a:pPr marL="0" lvl="0" algn="r" rtl="0">
              <a:defRPr lang="en-US" sz="600" b="0" i="0" dirty="0">
                <a:solidFill>
                  <a:schemeClr val="bg1">
                    <a:lumMod val="50000"/>
                  </a:schemeClr>
                </a:solidFill>
                <a:latin typeface="+mn-lt"/>
              </a:defRPr>
            </a:pPr>
            <a:r>
              <a:rPr lang="en-US" dirty="0"/>
              <a:t>&lt;#&gt;</a:t>
            </a:r>
          </a:p>
        </p:txBody>
      </p:sp>
      <p:sp>
        <p:nvSpPr>
          <p:cNvPr id="3" name="Footer Placeholder 4" hidden="1">
            <a:extLst>
              <a:ext uri="{8E39DEAD-585C-47F4-BE70-CDF9C0958E89}">
                <a16:creationId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B9407893-2288-44E9-B836-0D44D5980A74}"/>
              </a:ext>
            </a:extLst>
          </p:cNvPr>
          <p:cNvSpPr txBox="1">
            <a:spLocks noGrp="1"/>
          </p:cNvSpPr>
          <p:nvPr/>
        </p:nvSpPr>
        <p:spPr>
          <a:xfrm>
            <a:off x="3124200" y="4771233"/>
            <a:ext cx="2895600" cy="273844"/>
          </a:xfrm>
          <a:prstGeom prst="rect">
            <a:avLst/>
          </a:prstGeom>
          <a:effectLst/>
        </p:spPr>
        <p:txBody>
          <a:bodyPr lIns="91440" tIns="45720" rIns="91440" bIns="45720" numCol="1" spcCol="0" rtlCol="0" anchor="ctr"/>
          <a:lstStyle>
            <a:lvl1pPr marL="0" lvl="0" algn="ctr" rtl="0">
              <a:lnSpc>
                <a:spcPct val="100000"/>
              </a:lnSpc>
              <a:defRPr lang="en-US" sz="600" b="0" i="0" dirty="0">
                <a:solidFill>
                  <a:schemeClr val="bg1">
                    <a:lumMod val="50000"/>
                  </a:schemeClr>
                </a:solidFill>
                <a:latin typeface="Roboto"/>
              </a:defRPr>
            </a:lvl1pPr>
            <a:lvl2pPr marL="457200" lvl="1" algn="l" rtl="0">
              <a:lnSpc>
                <a:spcPct val="100000"/>
              </a:lnSpc>
              <a:defRPr lang="en-US" sz="1800" dirty="0">
                <a:solidFill>
                  <a:schemeClr val="tx1"/>
                </a:solidFill>
                <a:latin typeface="Roboto"/>
              </a:defRPr>
            </a:lvl2pPr>
            <a:lvl3pPr marL="914400" lvl="2" algn="l" rtl="0">
              <a:lnSpc>
                <a:spcPct val="100000"/>
              </a:lnSpc>
              <a:defRPr lang="en-US" sz="1800" dirty="0">
                <a:solidFill>
                  <a:schemeClr val="tx1"/>
                </a:solidFill>
                <a:latin typeface="Roboto"/>
              </a:defRPr>
            </a:lvl3pPr>
            <a:lvl4pPr marL="1371600" lvl="3" algn="l" rtl="0">
              <a:lnSpc>
                <a:spcPct val="100000"/>
              </a:lnSpc>
              <a:defRPr lang="en-US" sz="1800" dirty="0">
                <a:solidFill>
                  <a:schemeClr val="tx1"/>
                </a:solidFill>
                <a:latin typeface="Roboto"/>
              </a:defRPr>
            </a:lvl4pPr>
            <a:lvl5pPr marL="1828800" lvl="4" algn="l" rtl="0">
              <a:lnSpc>
                <a:spcPct val="100000"/>
              </a:lnSpc>
              <a:defRPr lang="en-US" sz="1800" dirty="0">
                <a:solidFill>
                  <a:schemeClr val="tx1"/>
                </a:solidFill>
                <a:latin typeface="Roboto"/>
              </a:defRPr>
            </a:lvl5pPr>
            <a:lvl6pPr marL="2286000" lvl="5" algn="l" rtl="0">
              <a:lnSpc>
                <a:spcPct val="100000"/>
              </a:lnSpc>
              <a:defRPr lang="en-US" sz="1800" dirty="0">
                <a:solidFill>
                  <a:schemeClr val="tx1"/>
                </a:solidFill>
                <a:latin typeface="Roboto"/>
              </a:defRPr>
            </a:lvl6pPr>
            <a:lvl7pPr marL="2743200" lvl="6" algn="l" rtl="0">
              <a:lnSpc>
                <a:spcPct val="100000"/>
              </a:lnSpc>
              <a:defRPr lang="en-US" sz="1800" dirty="0">
                <a:solidFill>
                  <a:schemeClr val="tx1"/>
                </a:solidFill>
                <a:latin typeface="Roboto"/>
              </a:defRPr>
            </a:lvl7pPr>
            <a:lvl8pPr marL="3200400" lvl="7" algn="l" rtl="0">
              <a:lnSpc>
                <a:spcPct val="100000"/>
              </a:lnSpc>
              <a:defRPr lang="en-US" sz="1800" dirty="0">
                <a:solidFill>
                  <a:schemeClr val="tx1"/>
                </a:solidFill>
                <a:latin typeface="Roboto"/>
              </a:defRPr>
            </a:lvl8pPr>
            <a:lvl9pPr marL="3657600" lvl="8" algn="l" rtl="0">
              <a:lnSpc>
                <a:spcPct val="100000"/>
              </a:lnSpc>
              <a:defRPr lang="en-US" sz="1800" dirty="0">
                <a:solidFill>
                  <a:schemeClr val="tx1"/>
                </a:solidFill>
                <a:latin typeface="Roboto"/>
              </a:defRPr>
            </a:lvl9pPr>
          </a:lstStyle>
          <a:p>
            <a:pPr marL="0" lvl="0" algn="ctr" rtl="0">
              <a:defRPr lang="en-US" sz="600" b="0" i="0" dirty="0">
                <a:solidFill>
                  <a:schemeClr val="bg1">
                    <a:lumMod val="50000"/>
                  </a:schemeClr>
                </a:solidFill>
                <a:latin typeface="+mn-lt"/>
              </a:defRPr>
            </a:pPr>
            <a:r>
              <a:rPr lang="en-US" dirty="0"/>
              <a:t>Footer</a:t>
            </a:r>
          </a:p>
        </p:txBody>
      </p:sp>
      <p:sp>
        <p:nvSpPr>
          <p:cNvPr id="4" name="Date Placeholder 3" hidden="1">
            <a:extLst>
              <a:ext uri="{798B92E2-6FC3-4BEB-A46C-8013701FE078}">
                <a16:creationId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58659CD6-5A6E-4E8B-B11E-466F93610160}"/>
              </a:ext>
            </a:extLst>
          </p:cNvPr>
          <p:cNvSpPr txBox="1">
            <a:spLocks noGrp="1"/>
          </p:cNvSpPr>
          <p:nvPr/>
        </p:nvSpPr>
        <p:spPr>
          <a:xfrm>
            <a:off x="894633" y="4771233"/>
            <a:ext cx="2133600" cy="273844"/>
          </a:xfrm>
          <a:prstGeom prst="rect">
            <a:avLst/>
          </a:prstGeom>
          <a:effectLst/>
        </p:spPr>
        <p:txBody>
          <a:bodyPr lIns="91440" tIns="45720" rIns="91440" bIns="45720" numCol="1" spcCol="0" rtlCol="0" anchor="ctr"/>
          <a:lstStyle>
            <a:lvl1pPr marL="0" lvl="0" algn="l" rtl="0">
              <a:lnSpc>
                <a:spcPct val="100000"/>
              </a:lnSpc>
              <a:defRPr lang="en-US" sz="600" b="0" i="0" dirty="0">
                <a:solidFill>
                  <a:schemeClr val="bg1">
                    <a:lumMod val="50000"/>
                  </a:schemeClr>
                </a:solidFill>
                <a:latin typeface="Roboto"/>
              </a:defRPr>
            </a:lvl1pPr>
            <a:lvl2pPr marL="457200" lvl="1" algn="l" rtl="0">
              <a:lnSpc>
                <a:spcPct val="100000"/>
              </a:lnSpc>
              <a:defRPr lang="en-US" sz="1800" dirty="0">
                <a:solidFill>
                  <a:schemeClr val="tx1"/>
                </a:solidFill>
                <a:latin typeface="Roboto"/>
              </a:defRPr>
            </a:lvl2pPr>
            <a:lvl3pPr marL="914400" lvl="2" algn="l" rtl="0">
              <a:lnSpc>
                <a:spcPct val="100000"/>
              </a:lnSpc>
              <a:defRPr lang="en-US" sz="1800" dirty="0">
                <a:solidFill>
                  <a:schemeClr val="tx1"/>
                </a:solidFill>
                <a:latin typeface="Roboto"/>
              </a:defRPr>
            </a:lvl3pPr>
            <a:lvl4pPr marL="1371600" lvl="3" algn="l" rtl="0">
              <a:lnSpc>
                <a:spcPct val="100000"/>
              </a:lnSpc>
              <a:defRPr lang="en-US" sz="1800" dirty="0">
                <a:solidFill>
                  <a:schemeClr val="tx1"/>
                </a:solidFill>
                <a:latin typeface="Roboto"/>
              </a:defRPr>
            </a:lvl4pPr>
            <a:lvl5pPr marL="1828800" lvl="4" algn="l" rtl="0">
              <a:lnSpc>
                <a:spcPct val="100000"/>
              </a:lnSpc>
              <a:defRPr lang="en-US" sz="1800" dirty="0">
                <a:solidFill>
                  <a:schemeClr val="tx1"/>
                </a:solidFill>
                <a:latin typeface="Roboto"/>
              </a:defRPr>
            </a:lvl5pPr>
            <a:lvl6pPr marL="2286000" lvl="5" algn="l" rtl="0">
              <a:lnSpc>
                <a:spcPct val="100000"/>
              </a:lnSpc>
              <a:defRPr lang="en-US" sz="1800" dirty="0">
                <a:solidFill>
                  <a:schemeClr val="tx1"/>
                </a:solidFill>
                <a:latin typeface="Roboto"/>
              </a:defRPr>
            </a:lvl6pPr>
            <a:lvl7pPr marL="2743200" lvl="6" algn="l" rtl="0">
              <a:lnSpc>
                <a:spcPct val="100000"/>
              </a:lnSpc>
              <a:defRPr lang="en-US" sz="1800" dirty="0">
                <a:solidFill>
                  <a:schemeClr val="tx1"/>
                </a:solidFill>
                <a:latin typeface="Roboto"/>
              </a:defRPr>
            </a:lvl7pPr>
            <a:lvl8pPr marL="3200400" lvl="7" algn="l" rtl="0">
              <a:lnSpc>
                <a:spcPct val="100000"/>
              </a:lnSpc>
              <a:defRPr lang="en-US" sz="1800" dirty="0">
                <a:solidFill>
                  <a:schemeClr val="tx1"/>
                </a:solidFill>
                <a:latin typeface="Roboto"/>
              </a:defRPr>
            </a:lvl8pPr>
            <a:lvl9pPr marL="3657600" lvl="8" algn="l" rtl="0">
              <a:lnSpc>
                <a:spcPct val="100000"/>
              </a:lnSpc>
              <a:defRPr lang="en-US" sz="1800" dirty="0">
                <a:solidFill>
                  <a:schemeClr val="tx1"/>
                </a:solidFill>
                <a:latin typeface="Roboto"/>
              </a:defRPr>
            </a:lvl9pPr>
          </a:lstStyle>
          <a:p>
            <a:pPr marL="0" lvl="0" algn="l" rtl="0">
              <a:defRPr lang="en-US" sz="600" b="0" i="0" dirty="0">
                <a:solidFill>
                  <a:schemeClr val="bg1">
                    <a:lumMod val="50000"/>
                  </a:schemeClr>
                </a:solidFill>
                <a:latin typeface="+mn-lt"/>
              </a:defRPr>
            </a:pPr>
            <a:r>
              <a:rPr lang="en-US" dirty="0"/>
              <a:t>Date</a:t>
            </a:r>
          </a:p>
        </p:txBody>
      </p:sp>
      <p:sp>
        <p:nvSpPr>
          <p:cNvPr id="5" name="Slide Number Placeholder 5" hidden="1">
            <a:extLst>
              <a:ext uri="{3A38C0C2-FDC7-45E5-99EF-7ED86DD9DF89}">
                <a16:creationId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F3B2E24D-2A18-4F67-BAEE-360E09ED6958}"/>
              </a:ext>
            </a:extLst>
          </p:cNvPr>
          <p:cNvSpPr txBox="1">
            <a:spLocks noGrp="1"/>
          </p:cNvSpPr>
          <p:nvPr/>
        </p:nvSpPr>
        <p:spPr>
          <a:xfrm>
            <a:off x="6123448" y="4771233"/>
            <a:ext cx="2133600" cy="273844"/>
          </a:xfrm>
          <a:prstGeom prst="rect">
            <a:avLst/>
          </a:prstGeom>
          <a:effectLst/>
        </p:spPr>
        <p:txBody>
          <a:bodyPr lIns="91440" tIns="45720" rIns="91440" bIns="45720" numCol="1" spcCol="0" rtlCol="0" anchor="ctr"/>
          <a:lstStyle>
            <a:lvl1pPr marL="0" lvl="0" algn="r" rtl="0">
              <a:lnSpc>
                <a:spcPct val="100000"/>
              </a:lnSpc>
              <a:defRPr lang="en-US" sz="600" b="0" i="0" dirty="0">
                <a:solidFill>
                  <a:schemeClr val="bg1">
                    <a:lumMod val="50000"/>
                  </a:schemeClr>
                </a:solidFill>
                <a:latin typeface="Roboto"/>
              </a:defRPr>
            </a:lvl1pPr>
            <a:lvl2pPr marL="457200" lvl="1" algn="l" rtl="0">
              <a:lnSpc>
                <a:spcPct val="100000"/>
              </a:lnSpc>
              <a:defRPr lang="en-US" sz="1800" dirty="0">
                <a:solidFill>
                  <a:schemeClr val="tx1"/>
                </a:solidFill>
                <a:latin typeface="Roboto"/>
              </a:defRPr>
            </a:lvl2pPr>
            <a:lvl3pPr marL="914400" lvl="2" algn="l" rtl="0">
              <a:lnSpc>
                <a:spcPct val="100000"/>
              </a:lnSpc>
              <a:defRPr lang="en-US" sz="1800" dirty="0">
                <a:solidFill>
                  <a:schemeClr val="tx1"/>
                </a:solidFill>
                <a:latin typeface="Roboto"/>
              </a:defRPr>
            </a:lvl3pPr>
            <a:lvl4pPr marL="1371600" lvl="3" algn="l" rtl="0">
              <a:lnSpc>
                <a:spcPct val="100000"/>
              </a:lnSpc>
              <a:defRPr lang="en-US" sz="1800" dirty="0">
                <a:solidFill>
                  <a:schemeClr val="tx1"/>
                </a:solidFill>
                <a:latin typeface="Roboto"/>
              </a:defRPr>
            </a:lvl4pPr>
            <a:lvl5pPr marL="1828800" lvl="4" algn="l" rtl="0">
              <a:lnSpc>
                <a:spcPct val="100000"/>
              </a:lnSpc>
              <a:defRPr lang="en-US" sz="1800" dirty="0">
                <a:solidFill>
                  <a:schemeClr val="tx1"/>
                </a:solidFill>
                <a:latin typeface="Roboto"/>
              </a:defRPr>
            </a:lvl5pPr>
            <a:lvl6pPr marL="2286000" lvl="5" algn="l" rtl="0">
              <a:lnSpc>
                <a:spcPct val="100000"/>
              </a:lnSpc>
              <a:defRPr lang="en-US" sz="1800" dirty="0">
                <a:solidFill>
                  <a:schemeClr val="tx1"/>
                </a:solidFill>
                <a:latin typeface="Roboto"/>
              </a:defRPr>
            </a:lvl6pPr>
            <a:lvl7pPr marL="2743200" lvl="6" algn="l" rtl="0">
              <a:lnSpc>
                <a:spcPct val="100000"/>
              </a:lnSpc>
              <a:defRPr lang="en-US" sz="1800" dirty="0">
                <a:solidFill>
                  <a:schemeClr val="tx1"/>
                </a:solidFill>
                <a:latin typeface="Roboto"/>
              </a:defRPr>
            </a:lvl7pPr>
            <a:lvl8pPr marL="3200400" lvl="7" algn="l" rtl="0">
              <a:lnSpc>
                <a:spcPct val="100000"/>
              </a:lnSpc>
              <a:defRPr lang="en-US" sz="1800" dirty="0">
                <a:solidFill>
                  <a:schemeClr val="tx1"/>
                </a:solidFill>
                <a:latin typeface="Roboto"/>
              </a:defRPr>
            </a:lvl8pPr>
            <a:lvl9pPr marL="3657600" lvl="8" algn="l" rtl="0">
              <a:lnSpc>
                <a:spcPct val="100000"/>
              </a:lnSpc>
              <a:defRPr lang="en-US" sz="1800" dirty="0">
                <a:solidFill>
                  <a:schemeClr val="tx1"/>
                </a:solidFill>
                <a:latin typeface="Roboto"/>
              </a:defRPr>
            </a:lvl9pPr>
          </a:lstStyle>
          <a:p>
            <a:pPr marL="0" lvl="0" algn="r" rtl="0">
              <a:defRPr lang="en-US" sz="600" b="0" i="0" dirty="0">
                <a:solidFill>
                  <a:schemeClr val="bg1">
                    <a:lumMod val="50000"/>
                  </a:schemeClr>
                </a:solidFill>
                <a:latin typeface="+mn-lt"/>
              </a:defRPr>
            </a:pPr>
            <a:r>
              <a:rPr lang="en-US" dirty="0"/>
              <a:t>&lt;#&gt;</a:t>
            </a:r>
          </a:p>
        </p:txBody>
      </p:sp>
      <p:sp>
        <p:nvSpPr>
          <p:cNvPr id="6" name="Footer Placeholder 4" hidden="1">
            <a:extLst>
              <a:ext uri="{F92DFADB-82D9-485D-BD26-35FC861A4947}">
                <a16:creationId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8CC563C9-F5A3-40DA-85AE-C589EFA819B8}"/>
              </a:ext>
            </a:extLst>
          </p:cNvPr>
          <p:cNvSpPr txBox="1">
            <a:spLocks noGrp="1"/>
          </p:cNvSpPr>
          <p:nvPr/>
        </p:nvSpPr>
        <p:spPr>
          <a:xfrm>
            <a:off x="3124200" y="4771233"/>
            <a:ext cx="2895600" cy="273844"/>
          </a:xfrm>
          <a:prstGeom prst="rect">
            <a:avLst/>
          </a:prstGeom>
          <a:effectLst/>
        </p:spPr>
        <p:txBody>
          <a:bodyPr lIns="91440" tIns="45720" rIns="91440" bIns="45720" numCol="1" spcCol="0" rtlCol="0" anchor="ctr"/>
          <a:lstStyle>
            <a:lvl1pPr marL="0" lvl="0" algn="ctr" rtl="0">
              <a:lnSpc>
                <a:spcPct val="100000"/>
              </a:lnSpc>
              <a:defRPr lang="en-US" sz="600" b="0" i="0" dirty="0">
                <a:solidFill>
                  <a:schemeClr val="bg1">
                    <a:lumMod val="50000"/>
                  </a:schemeClr>
                </a:solidFill>
                <a:latin typeface="Roboto"/>
              </a:defRPr>
            </a:lvl1pPr>
            <a:lvl2pPr marL="457200" lvl="1" algn="l" rtl="0">
              <a:lnSpc>
                <a:spcPct val="100000"/>
              </a:lnSpc>
              <a:defRPr lang="en-US" sz="1800" dirty="0">
                <a:solidFill>
                  <a:schemeClr val="tx1"/>
                </a:solidFill>
                <a:latin typeface="Roboto"/>
              </a:defRPr>
            </a:lvl2pPr>
            <a:lvl3pPr marL="914400" lvl="2" algn="l" rtl="0">
              <a:lnSpc>
                <a:spcPct val="100000"/>
              </a:lnSpc>
              <a:defRPr lang="en-US" sz="1800" dirty="0">
                <a:solidFill>
                  <a:schemeClr val="tx1"/>
                </a:solidFill>
                <a:latin typeface="Roboto"/>
              </a:defRPr>
            </a:lvl3pPr>
            <a:lvl4pPr marL="1371600" lvl="3" algn="l" rtl="0">
              <a:lnSpc>
                <a:spcPct val="100000"/>
              </a:lnSpc>
              <a:defRPr lang="en-US" sz="1800" dirty="0">
                <a:solidFill>
                  <a:schemeClr val="tx1"/>
                </a:solidFill>
                <a:latin typeface="Roboto"/>
              </a:defRPr>
            </a:lvl4pPr>
            <a:lvl5pPr marL="1828800" lvl="4" algn="l" rtl="0">
              <a:lnSpc>
                <a:spcPct val="100000"/>
              </a:lnSpc>
              <a:defRPr lang="en-US" sz="1800" dirty="0">
                <a:solidFill>
                  <a:schemeClr val="tx1"/>
                </a:solidFill>
                <a:latin typeface="Roboto"/>
              </a:defRPr>
            </a:lvl5pPr>
            <a:lvl6pPr marL="2286000" lvl="5" algn="l" rtl="0">
              <a:lnSpc>
                <a:spcPct val="100000"/>
              </a:lnSpc>
              <a:defRPr lang="en-US" sz="1800" dirty="0">
                <a:solidFill>
                  <a:schemeClr val="tx1"/>
                </a:solidFill>
                <a:latin typeface="Roboto"/>
              </a:defRPr>
            </a:lvl6pPr>
            <a:lvl7pPr marL="2743200" lvl="6" algn="l" rtl="0">
              <a:lnSpc>
                <a:spcPct val="100000"/>
              </a:lnSpc>
              <a:defRPr lang="en-US" sz="1800" dirty="0">
                <a:solidFill>
                  <a:schemeClr val="tx1"/>
                </a:solidFill>
                <a:latin typeface="Roboto"/>
              </a:defRPr>
            </a:lvl7pPr>
            <a:lvl8pPr marL="3200400" lvl="7" algn="l" rtl="0">
              <a:lnSpc>
                <a:spcPct val="100000"/>
              </a:lnSpc>
              <a:defRPr lang="en-US" sz="1800" dirty="0">
                <a:solidFill>
                  <a:schemeClr val="tx1"/>
                </a:solidFill>
                <a:latin typeface="Roboto"/>
              </a:defRPr>
            </a:lvl8pPr>
            <a:lvl9pPr marL="3657600" lvl="8" algn="l" rtl="0">
              <a:lnSpc>
                <a:spcPct val="100000"/>
              </a:lnSpc>
              <a:defRPr lang="en-US" sz="1800" dirty="0">
                <a:solidFill>
                  <a:schemeClr val="tx1"/>
                </a:solidFill>
                <a:latin typeface="Roboto"/>
              </a:defRPr>
            </a:lvl9pPr>
          </a:lstStyle>
          <a:p>
            <a:pPr marL="0" lvl="0" algn="ctr" rtl="0">
              <a:defRPr lang="en-US" sz="600" b="0" i="0" dirty="0">
                <a:solidFill>
                  <a:schemeClr val="bg1">
                    <a:lumMod val="50000"/>
                  </a:schemeClr>
                </a:solidFill>
                <a:latin typeface="+mn-lt"/>
              </a:defRPr>
            </a:pPr>
            <a:r>
              <a:rPr lang="en-US" dirty="0"/>
              <a:t>Footer</a:t>
            </a:r>
          </a:p>
        </p:txBody>
      </p:sp>
      <p:sp>
        <p:nvSpPr>
          <p:cNvPr id="7" name="Date Placeholder 3" hidden="1">
            <a:extLst>
              <a:ext uri="{128DEB2B-AC25-4D76-93D0-D0CED798874B}">
                <a16:creationId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3F376862-CEF3-4A4E-9814-2B58F973FA56}"/>
              </a:ext>
            </a:extLst>
          </p:cNvPr>
          <p:cNvSpPr txBox="1">
            <a:spLocks noGrp="1"/>
          </p:cNvSpPr>
          <p:nvPr/>
        </p:nvSpPr>
        <p:spPr>
          <a:xfrm>
            <a:off x="894633" y="4771233"/>
            <a:ext cx="2133600" cy="273844"/>
          </a:xfrm>
          <a:prstGeom prst="rect">
            <a:avLst/>
          </a:prstGeom>
          <a:effectLst/>
        </p:spPr>
        <p:txBody>
          <a:bodyPr lIns="91440" tIns="45720" rIns="91440" bIns="45720" numCol="1" spcCol="0" rtlCol="0" anchor="ctr"/>
          <a:lstStyle>
            <a:lvl1pPr marL="0" lvl="0" algn="l" rtl="0">
              <a:lnSpc>
                <a:spcPct val="100000"/>
              </a:lnSpc>
              <a:defRPr lang="en-US" sz="600" b="0" i="0" dirty="0">
                <a:solidFill>
                  <a:schemeClr val="bg1">
                    <a:lumMod val="50000"/>
                  </a:schemeClr>
                </a:solidFill>
                <a:latin typeface="Roboto"/>
              </a:defRPr>
            </a:lvl1pPr>
            <a:lvl2pPr marL="457200" lvl="1" algn="l" rtl="0">
              <a:lnSpc>
                <a:spcPct val="100000"/>
              </a:lnSpc>
              <a:defRPr lang="en-US" sz="1800" dirty="0">
                <a:solidFill>
                  <a:schemeClr val="tx1"/>
                </a:solidFill>
                <a:latin typeface="Roboto"/>
              </a:defRPr>
            </a:lvl2pPr>
            <a:lvl3pPr marL="914400" lvl="2" algn="l" rtl="0">
              <a:lnSpc>
                <a:spcPct val="100000"/>
              </a:lnSpc>
              <a:defRPr lang="en-US" sz="1800" dirty="0">
                <a:solidFill>
                  <a:schemeClr val="tx1"/>
                </a:solidFill>
                <a:latin typeface="Roboto"/>
              </a:defRPr>
            </a:lvl3pPr>
            <a:lvl4pPr marL="1371600" lvl="3" algn="l" rtl="0">
              <a:lnSpc>
                <a:spcPct val="100000"/>
              </a:lnSpc>
              <a:defRPr lang="en-US" sz="1800" dirty="0">
                <a:solidFill>
                  <a:schemeClr val="tx1"/>
                </a:solidFill>
                <a:latin typeface="Roboto"/>
              </a:defRPr>
            </a:lvl4pPr>
            <a:lvl5pPr marL="1828800" lvl="4" algn="l" rtl="0">
              <a:lnSpc>
                <a:spcPct val="100000"/>
              </a:lnSpc>
              <a:defRPr lang="en-US" sz="1800" dirty="0">
                <a:solidFill>
                  <a:schemeClr val="tx1"/>
                </a:solidFill>
                <a:latin typeface="Roboto"/>
              </a:defRPr>
            </a:lvl5pPr>
            <a:lvl6pPr marL="2286000" lvl="5" algn="l" rtl="0">
              <a:lnSpc>
                <a:spcPct val="100000"/>
              </a:lnSpc>
              <a:defRPr lang="en-US" sz="1800" dirty="0">
                <a:solidFill>
                  <a:schemeClr val="tx1"/>
                </a:solidFill>
                <a:latin typeface="Roboto"/>
              </a:defRPr>
            </a:lvl6pPr>
            <a:lvl7pPr marL="2743200" lvl="6" algn="l" rtl="0">
              <a:lnSpc>
                <a:spcPct val="100000"/>
              </a:lnSpc>
              <a:defRPr lang="en-US" sz="1800" dirty="0">
                <a:solidFill>
                  <a:schemeClr val="tx1"/>
                </a:solidFill>
                <a:latin typeface="Roboto"/>
              </a:defRPr>
            </a:lvl7pPr>
            <a:lvl8pPr marL="3200400" lvl="7" algn="l" rtl="0">
              <a:lnSpc>
                <a:spcPct val="100000"/>
              </a:lnSpc>
              <a:defRPr lang="en-US" sz="1800" dirty="0">
                <a:solidFill>
                  <a:schemeClr val="tx1"/>
                </a:solidFill>
                <a:latin typeface="Roboto"/>
              </a:defRPr>
            </a:lvl8pPr>
            <a:lvl9pPr marL="3657600" lvl="8" algn="l" rtl="0">
              <a:lnSpc>
                <a:spcPct val="100000"/>
              </a:lnSpc>
              <a:defRPr lang="en-US" sz="1800" dirty="0">
                <a:solidFill>
                  <a:schemeClr val="tx1"/>
                </a:solidFill>
                <a:latin typeface="Roboto"/>
              </a:defRPr>
            </a:lvl9pPr>
          </a:lstStyle>
          <a:p>
            <a:pPr marL="0" lvl="0" algn="l" rtl="0">
              <a:defRPr lang="en-US" sz="600" b="0" i="0" dirty="0">
                <a:solidFill>
                  <a:schemeClr val="bg1">
                    <a:lumMod val="50000"/>
                  </a:schemeClr>
                </a:solidFill>
                <a:latin typeface="+mn-lt"/>
              </a:defRPr>
            </a:pPr>
            <a:r>
              <a:rPr lang="en-US" dirty="0"/>
              <a:t>Date</a:t>
            </a:r>
          </a:p>
        </p:txBody>
      </p:sp>
      <p:sp>
        <p:nvSpPr>
          <p:cNvPr id="8" name="Slide Number Placeholder 5" hidden="1">
            <a:extLst>
              <a:ext uri="{C271EE81-9591-49E2-AA7F-63F0257FE4F6}">
                <a16:creationId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F9A3E305-D2AD-4498-A4A7-AD2D3716049D}"/>
              </a:ext>
            </a:extLst>
          </p:cNvPr>
          <p:cNvSpPr txBox="1">
            <a:spLocks noGrp="1"/>
          </p:cNvSpPr>
          <p:nvPr/>
        </p:nvSpPr>
        <p:spPr>
          <a:xfrm>
            <a:off x="6123448" y="4771233"/>
            <a:ext cx="2133600" cy="273844"/>
          </a:xfrm>
          <a:prstGeom prst="rect">
            <a:avLst/>
          </a:prstGeom>
          <a:effectLst/>
        </p:spPr>
        <p:txBody>
          <a:bodyPr lIns="91440" tIns="45720" rIns="91440" bIns="45720" numCol="1" spcCol="0" rtlCol="0" anchor="ctr"/>
          <a:lstStyle>
            <a:lvl1pPr marL="0" lvl="0" algn="r" rtl="0">
              <a:lnSpc>
                <a:spcPct val="100000"/>
              </a:lnSpc>
              <a:defRPr lang="en-US" sz="600" b="0" i="0" dirty="0">
                <a:solidFill>
                  <a:schemeClr val="bg1">
                    <a:lumMod val="50000"/>
                  </a:schemeClr>
                </a:solidFill>
                <a:latin typeface="Roboto"/>
              </a:defRPr>
            </a:lvl1pPr>
            <a:lvl2pPr marL="457200" lvl="1" algn="l" rtl="0">
              <a:lnSpc>
                <a:spcPct val="100000"/>
              </a:lnSpc>
              <a:defRPr lang="en-US" sz="1800" dirty="0">
                <a:solidFill>
                  <a:schemeClr val="tx1"/>
                </a:solidFill>
                <a:latin typeface="Roboto"/>
              </a:defRPr>
            </a:lvl2pPr>
            <a:lvl3pPr marL="914400" lvl="2" algn="l" rtl="0">
              <a:lnSpc>
                <a:spcPct val="100000"/>
              </a:lnSpc>
              <a:defRPr lang="en-US" sz="1800" dirty="0">
                <a:solidFill>
                  <a:schemeClr val="tx1"/>
                </a:solidFill>
                <a:latin typeface="Roboto"/>
              </a:defRPr>
            </a:lvl3pPr>
            <a:lvl4pPr marL="1371600" lvl="3" algn="l" rtl="0">
              <a:lnSpc>
                <a:spcPct val="100000"/>
              </a:lnSpc>
              <a:defRPr lang="en-US" sz="1800" dirty="0">
                <a:solidFill>
                  <a:schemeClr val="tx1"/>
                </a:solidFill>
                <a:latin typeface="Roboto"/>
              </a:defRPr>
            </a:lvl4pPr>
            <a:lvl5pPr marL="1828800" lvl="4" algn="l" rtl="0">
              <a:lnSpc>
                <a:spcPct val="100000"/>
              </a:lnSpc>
              <a:defRPr lang="en-US" sz="1800" dirty="0">
                <a:solidFill>
                  <a:schemeClr val="tx1"/>
                </a:solidFill>
                <a:latin typeface="Roboto"/>
              </a:defRPr>
            </a:lvl5pPr>
            <a:lvl6pPr marL="2286000" lvl="5" algn="l" rtl="0">
              <a:lnSpc>
                <a:spcPct val="100000"/>
              </a:lnSpc>
              <a:defRPr lang="en-US" sz="1800" dirty="0">
                <a:solidFill>
                  <a:schemeClr val="tx1"/>
                </a:solidFill>
                <a:latin typeface="Roboto"/>
              </a:defRPr>
            </a:lvl6pPr>
            <a:lvl7pPr marL="2743200" lvl="6" algn="l" rtl="0">
              <a:lnSpc>
                <a:spcPct val="100000"/>
              </a:lnSpc>
              <a:defRPr lang="en-US" sz="1800" dirty="0">
                <a:solidFill>
                  <a:schemeClr val="tx1"/>
                </a:solidFill>
                <a:latin typeface="Roboto"/>
              </a:defRPr>
            </a:lvl7pPr>
            <a:lvl8pPr marL="3200400" lvl="7" algn="l" rtl="0">
              <a:lnSpc>
                <a:spcPct val="100000"/>
              </a:lnSpc>
              <a:defRPr lang="en-US" sz="1800" dirty="0">
                <a:solidFill>
                  <a:schemeClr val="tx1"/>
                </a:solidFill>
                <a:latin typeface="Roboto"/>
              </a:defRPr>
            </a:lvl8pPr>
            <a:lvl9pPr marL="3657600" lvl="8" algn="l" rtl="0">
              <a:lnSpc>
                <a:spcPct val="100000"/>
              </a:lnSpc>
              <a:defRPr lang="en-US" sz="1800" dirty="0">
                <a:solidFill>
                  <a:schemeClr val="tx1"/>
                </a:solidFill>
                <a:latin typeface="Roboto"/>
              </a:defRPr>
            </a:lvl9pPr>
          </a:lstStyle>
          <a:p>
            <a:pPr marL="0" lvl="0" algn="r" rtl="0">
              <a:defRPr lang="en-US" sz="600" b="0" i="0" dirty="0">
                <a:solidFill>
                  <a:schemeClr val="bg1">
                    <a:lumMod val="50000"/>
                  </a:schemeClr>
                </a:solidFill>
                <a:latin typeface="+mn-lt"/>
              </a:defRPr>
            </a:pPr>
            <a:r>
              <a:rPr lang="en-US" dirty="0"/>
              <a:t>&lt;#&gt;</a:t>
            </a:r>
          </a:p>
        </p:txBody>
      </p:sp>
      <p:sp>
        <p:nvSpPr>
          <p:cNvPr id="9" name="Footer Placeholder 4" hidden="1">
            <a:extLst>
              <a:ext uri="{EE54F977-20BA-4325-AE11-D8316232AD24}">
                <a16:creationId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8169FC73-4F55-4E61-8044-656618495BCB}"/>
              </a:ext>
            </a:extLst>
          </p:cNvPr>
          <p:cNvSpPr txBox="1">
            <a:spLocks noGrp="1"/>
          </p:cNvSpPr>
          <p:nvPr/>
        </p:nvSpPr>
        <p:spPr>
          <a:xfrm>
            <a:off x="3124200" y="4771233"/>
            <a:ext cx="2895600" cy="273844"/>
          </a:xfrm>
          <a:prstGeom prst="rect">
            <a:avLst/>
          </a:prstGeom>
          <a:effectLst/>
        </p:spPr>
        <p:txBody>
          <a:bodyPr lIns="91440" tIns="45720" rIns="91440" bIns="45720" numCol="1" spcCol="0" rtlCol="0" anchor="ctr"/>
          <a:lstStyle>
            <a:lvl1pPr marL="0" lvl="0" algn="ctr" rtl="0">
              <a:lnSpc>
                <a:spcPct val="100000"/>
              </a:lnSpc>
              <a:defRPr lang="en-US" sz="600" b="0" i="0" dirty="0">
                <a:solidFill>
                  <a:schemeClr val="bg1">
                    <a:lumMod val="50000"/>
                  </a:schemeClr>
                </a:solidFill>
                <a:latin typeface="Roboto"/>
              </a:defRPr>
            </a:lvl1pPr>
            <a:lvl2pPr marL="457200" lvl="1" algn="l" rtl="0">
              <a:lnSpc>
                <a:spcPct val="100000"/>
              </a:lnSpc>
              <a:defRPr lang="en-US" sz="1800" dirty="0">
                <a:solidFill>
                  <a:schemeClr val="tx1"/>
                </a:solidFill>
                <a:latin typeface="Roboto"/>
              </a:defRPr>
            </a:lvl2pPr>
            <a:lvl3pPr marL="914400" lvl="2" algn="l" rtl="0">
              <a:lnSpc>
                <a:spcPct val="100000"/>
              </a:lnSpc>
              <a:defRPr lang="en-US" sz="1800" dirty="0">
                <a:solidFill>
                  <a:schemeClr val="tx1"/>
                </a:solidFill>
                <a:latin typeface="Roboto"/>
              </a:defRPr>
            </a:lvl3pPr>
            <a:lvl4pPr marL="1371600" lvl="3" algn="l" rtl="0">
              <a:lnSpc>
                <a:spcPct val="100000"/>
              </a:lnSpc>
              <a:defRPr lang="en-US" sz="1800" dirty="0">
                <a:solidFill>
                  <a:schemeClr val="tx1"/>
                </a:solidFill>
                <a:latin typeface="Roboto"/>
              </a:defRPr>
            </a:lvl4pPr>
            <a:lvl5pPr marL="1828800" lvl="4" algn="l" rtl="0">
              <a:lnSpc>
                <a:spcPct val="100000"/>
              </a:lnSpc>
              <a:defRPr lang="en-US" sz="1800" dirty="0">
                <a:solidFill>
                  <a:schemeClr val="tx1"/>
                </a:solidFill>
                <a:latin typeface="Roboto"/>
              </a:defRPr>
            </a:lvl5pPr>
            <a:lvl6pPr marL="2286000" lvl="5" algn="l" rtl="0">
              <a:lnSpc>
                <a:spcPct val="100000"/>
              </a:lnSpc>
              <a:defRPr lang="en-US" sz="1800" dirty="0">
                <a:solidFill>
                  <a:schemeClr val="tx1"/>
                </a:solidFill>
                <a:latin typeface="Roboto"/>
              </a:defRPr>
            </a:lvl6pPr>
            <a:lvl7pPr marL="2743200" lvl="6" algn="l" rtl="0">
              <a:lnSpc>
                <a:spcPct val="100000"/>
              </a:lnSpc>
              <a:defRPr lang="en-US" sz="1800" dirty="0">
                <a:solidFill>
                  <a:schemeClr val="tx1"/>
                </a:solidFill>
                <a:latin typeface="Roboto"/>
              </a:defRPr>
            </a:lvl7pPr>
            <a:lvl8pPr marL="3200400" lvl="7" algn="l" rtl="0">
              <a:lnSpc>
                <a:spcPct val="100000"/>
              </a:lnSpc>
              <a:defRPr lang="en-US" sz="1800" dirty="0">
                <a:solidFill>
                  <a:schemeClr val="tx1"/>
                </a:solidFill>
                <a:latin typeface="Roboto"/>
              </a:defRPr>
            </a:lvl8pPr>
            <a:lvl9pPr marL="3657600" lvl="8" algn="l" rtl="0">
              <a:lnSpc>
                <a:spcPct val="100000"/>
              </a:lnSpc>
              <a:defRPr lang="en-US" sz="1800" dirty="0">
                <a:solidFill>
                  <a:schemeClr val="tx1"/>
                </a:solidFill>
                <a:latin typeface="Roboto"/>
              </a:defRPr>
            </a:lvl9pPr>
          </a:lstStyle>
          <a:p>
            <a:pPr marL="0" lvl="0" algn="ctr" rtl="0">
              <a:defRPr lang="en-US" sz="600" b="0" i="0" dirty="0">
                <a:solidFill>
                  <a:schemeClr val="bg1">
                    <a:lumMod val="50000"/>
                  </a:schemeClr>
                </a:solidFill>
                <a:latin typeface="+mn-lt"/>
              </a:defRPr>
            </a:pPr>
            <a:r>
              <a:rPr lang="en-US" dirty="0"/>
              <a:t>Footer</a:t>
            </a:r>
          </a:p>
        </p:txBody>
      </p:sp>
      <p:sp>
        <p:nvSpPr>
          <p:cNvPr id="10" name="Date Placeholder 3" hidden="1">
            <a:extLst>
              <a:ext uri="{A1B1877C-7112-4229-AE92-E23DC5ECBCF9}">
                <a16:creationId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9FE00CC7-DCE0-43CF-A26F-775780F59306}"/>
              </a:ext>
            </a:extLst>
          </p:cNvPr>
          <p:cNvSpPr txBox="1">
            <a:spLocks noGrp="1"/>
          </p:cNvSpPr>
          <p:nvPr/>
        </p:nvSpPr>
        <p:spPr>
          <a:xfrm>
            <a:off x="894633" y="4771233"/>
            <a:ext cx="2133600" cy="273844"/>
          </a:xfrm>
          <a:prstGeom prst="rect">
            <a:avLst/>
          </a:prstGeom>
          <a:effectLst/>
        </p:spPr>
        <p:txBody>
          <a:bodyPr lIns="91440" tIns="45720" rIns="91440" bIns="45720" numCol="1" spcCol="0" rtlCol="0" anchor="ctr"/>
          <a:lstStyle>
            <a:lvl1pPr marL="0" lvl="0" algn="l" rtl="0">
              <a:lnSpc>
                <a:spcPct val="100000"/>
              </a:lnSpc>
              <a:defRPr lang="en-US" sz="600" b="0" i="0" dirty="0">
                <a:solidFill>
                  <a:schemeClr val="bg1">
                    <a:lumMod val="50000"/>
                  </a:schemeClr>
                </a:solidFill>
                <a:latin typeface="Roboto"/>
              </a:defRPr>
            </a:lvl1pPr>
            <a:lvl2pPr marL="457200" lvl="1" algn="l" rtl="0">
              <a:lnSpc>
                <a:spcPct val="100000"/>
              </a:lnSpc>
              <a:defRPr lang="en-US" sz="1800" dirty="0">
                <a:solidFill>
                  <a:schemeClr val="tx1"/>
                </a:solidFill>
                <a:latin typeface="Roboto"/>
              </a:defRPr>
            </a:lvl2pPr>
            <a:lvl3pPr marL="914400" lvl="2" algn="l" rtl="0">
              <a:lnSpc>
                <a:spcPct val="100000"/>
              </a:lnSpc>
              <a:defRPr lang="en-US" sz="1800" dirty="0">
                <a:solidFill>
                  <a:schemeClr val="tx1"/>
                </a:solidFill>
                <a:latin typeface="Roboto"/>
              </a:defRPr>
            </a:lvl3pPr>
            <a:lvl4pPr marL="1371600" lvl="3" algn="l" rtl="0">
              <a:lnSpc>
                <a:spcPct val="100000"/>
              </a:lnSpc>
              <a:defRPr lang="en-US" sz="1800" dirty="0">
                <a:solidFill>
                  <a:schemeClr val="tx1"/>
                </a:solidFill>
                <a:latin typeface="Roboto"/>
              </a:defRPr>
            </a:lvl4pPr>
            <a:lvl5pPr marL="1828800" lvl="4" algn="l" rtl="0">
              <a:lnSpc>
                <a:spcPct val="100000"/>
              </a:lnSpc>
              <a:defRPr lang="en-US" sz="1800" dirty="0">
                <a:solidFill>
                  <a:schemeClr val="tx1"/>
                </a:solidFill>
                <a:latin typeface="Roboto"/>
              </a:defRPr>
            </a:lvl5pPr>
            <a:lvl6pPr marL="2286000" lvl="5" algn="l" rtl="0">
              <a:lnSpc>
                <a:spcPct val="100000"/>
              </a:lnSpc>
              <a:defRPr lang="en-US" sz="1800" dirty="0">
                <a:solidFill>
                  <a:schemeClr val="tx1"/>
                </a:solidFill>
                <a:latin typeface="Roboto"/>
              </a:defRPr>
            </a:lvl6pPr>
            <a:lvl7pPr marL="2743200" lvl="6" algn="l" rtl="0">
              <a:lnSpc>
                <a:spcPct val="100000"/>
              </a:lnSpc>
              <a:defRPr lang="en-US" sz="1800" dirty="0">
                <a:solidFill>
                  <a:schemeClr val="tx1"/>
                </a:solidFill>
                <a:latin typeface="Roboto"/>
              </a:defRPr>
            </a:lvl7pPr>
            <a:lvl8pPr marL="3200400" lvl="7" algn="l" rtl="0">
              <a:lnSpc>
                <a:spcPct val="100000"/>
              </a:lnSpc>
              <a:defRPr lang="en-US" sz="1800" dirty="0">
                <a:solidFill>
                  <a:schemeClr val="tx1"/>
                </a:solidFill>
                <a:latin typeface="Roboto"/>
              </a:defRPr>
            </a:lvl8pPr>
            <a:lvl9pPr marL="3657600" lvl="8" algn="l" rtl="0">
              <a:lnSpc>
                <a:spcPct val="100000"/>
              </a:lnSpc>
              <a:defRPr lang="en-US" sz="1800" dirty="0">
                <a:solidFill>
                  <a:schemeClr val="tx1"/>
                </a:solidFill>
                <a:latin typeface="Roboto"/>
              </a:defRPr>
            </a:lvl9pPr>
          </a:lstStyle>
          <a:p>
            <a:pPr marL="0" lvl="0" algn="l" rtl="0">
              <a:defRPr lang="en-US" sz="600" b="0" i="0" dirty="0">
                <a:solidFill>
                  <a:schemeClr val="bg1">
                    <a:lumMod val="50000"/>
                  </a:schemeClr>
                </a:solidFill>
                <a:latin typeface="+mn-lt"/>
              </a:defRPr>
            </a:pPr>
            <a:r>
              <a:rPr lang="en-US" dirty="0"/>
              <a:t>Date</a:t>
            </a:r>
          </a:p>
        </p:txBody>
      </p:sp>
      <p:sp>
        <p:nvSpPr>
          <p:cNvPr id="11" name="Title Placeholder 1">
            <a:extLst>
              <a:ext uri="{62A63B4D-D55A-4DE8-8BB1-BC5499BF917F}">
                <a16:creationId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68B4FBEB-B052-4542-8471-1CD8DC3E1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349045"/>
            <a:ext cx="7620000" cy="857250"/>
          </a:xfrm>
          <a:prstGeom prst="rect">
            <a:avLst/>
          </a:prstGeom>
        </p:spPr>
        <p:txBody>
          <a:bodyPr lIns="91440" tIns="45720" rIns="91440" bIns="45720" rtlCol="0" anchor="b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2" name="Text Placeholder 2">
            <a:extLst>
              <a:ext uri="{3925BB0B-0B2C-43EF-BFAC-9D76193C4315}">
                <a16:creationId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048CAE8E-05B5-436D-8E43-AD5C671A7E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62000" y="1428750"/>
            <a:ext cx="7620000" cy="3048000"/>
          </a:xfrm>
          <a:prstGeom prst="rect">
            <a:avLst/>
          </a:prstGeom>
        </p:spPr>
        <p:txBody>
          <a:bodyPr lIns="91440" tIns="9360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Slide Number Placeholder 5">
            <a:extLst>
              <a:ext uri="{4B61386B-C042-4264-8D57-946746659F64}">
                <a16:creationId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881D9BB1-F3DD-4C80-9AE1-C676CC2D7A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767815" y="4695033"/>
            <a:ext cx="613018" cy="285750"/>
          </a:xfrm>
          <a:prstGeom prst="rect">
            <a:avLst/>
          </a:prstGeom>
        </p:spPr>
        <p:txBody>
          <a:bodyPr lIns="91440" tIns="45720" rIns="91440" bIns="45720" rtlCol="0" anchor="ctr"/>
          <a:lstStyle>
            <a:lvl1pPr lvl="0" algn="r">
              <a:defRPr lang="en-US" sz="600" b="0" i="0" dirty="0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>&lt;#&gt;</a:t>
            </a:r>
          </a:p>
        </p:txBody>
      </p:sp>
      <p:sp>
        <p:nvSpPr>
          <p:cNvPr id="14" name="Footer Placeholder 4">
            <a:extLst>
              <a:ext uri="{D7096D4C-118B-4D45-81AF-4B3AD7CABA46}">
                <a16:creationId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4DB385B2-0484-4778-8445-232B59AAC53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495550" y="4686300"/>
            <a:ext cx="5181600" cy="285750"/>
          </a:xfrm>
          <a:prstGeom prst="rect">
            <a:avLst/>
          </a:prstGeom>
        </p:spPr>
        <p:txBody>
          <a:bodyPr lIns="91440" tIns="45720" rIns="91440" bIns="45720" rtlCol="0" anchor="ctr"/>
          <a:lstStyle>
            <a:lvl1pPr lvl="0" algn="ctr">
              <a:defRPr lang="en-US" sz="600" b="0" i="0" dirty="0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>Footer</a:t>
            </a:r>
          </a:p>
        </p:txBody>
      </p:sp>
      <p:sp>
        <p:nvSpPr>
          <p:cNvPr id="15" name="Date Placeholder 3">
            <a:extLst>
              <a:ext uri="{49B38C38-CD11-4DEF-B383-6953BE541F96}">
                <a16:creationId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86EA0ECC-F0B9-4C5B-A947-94FF4F723CF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62000" y="4695033"/>
            <a:ext cx="1639570" cy="285750"/>
          </a:xfrm>
          <a:prstGeom prst="rect">
            <a:avLst/>
          </a:prstGeom>
        </p:spPr>
        <p:txBody>
          <a:bodyPr lIns="91440" tIns="45720" rIns="91440" bIns="45720" rtlCol="0" anchor="ctr"/>
          <a:lstStyle>
            <a:lvl1pPr lvl="0" algn="l">
              <a:defRPr lang="en-US" sz="600" b="0" i="0" dirty="0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>Date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ftr="0" dt="0"/>
  <p:txStyles>
    <p:titleStyle>
      <a:lvl1pPr lvl="0" algn="l" rtl="0">
        <a:lnSpc>
          <a:spcPct val="100000"/>
        </a:lnSpc>
        <a:spcBef>
          <a:spcPct val="0"/>
        </a:spcBef>
        <a:buNone/>
        <a:defRPr lang="en-US" sz="3200" b="1" i="0" dirty="0">
          <a:solidFill>
            <a:schemeClr val="tx1"/>
          </a:solidFill>
          <a:latin typeface="+mj-lt"/>
        </a:defRPr>
      </a:lvl1pPr>
    </p:titleStyle>
    <p:bodyStyle>
      <a:lvl1pPr marL="342900" lvl="0" indent="-342900" algn="l" rtl="0">
        <a:spcBef>
          <a:spcPts val="1200"/>
        </a:spcBef>
        <a:buClr>
          <a:schemeClr val="accent1"/>
        </a:buClr>
        <a:buFont typeface="Arial"/>
        <a:buChar char="•"/>
        <a:defRPr lang="en-US" sz="1600" b="0" i="0" dirty="0">
          <a:solidFill>
            <a:schemeClr val="tx1"/>
          </a:solidFill>
          <a:latin typeface="+mn-lt"/>
        </a:defRPr>
      </a:lvl1pPr>
      <a:lvl2pPr marL="742950" lvl="1" indent="-285750" algn="l" rtl="0">
        <a:spcBef>
          <a:spcPts val="300"/>
        </a:spcBef>
        <a:buClr>
          <a:schemeClr val="tx1">
            <a:lumMod val="50000"/>
            <a:lumOff val="50000"/>
          </a:schemeClr>
        </a:buClr>
        <a:buFont typeface="Arial"/>
        <a:buChar char="-"/>
        <a:defRPr lang="en-US" sz="1400" b="0" i="0" dirty="0">
          <a:solidFill>
            <a:schemeClr val="bg1">
              <a:lumMod val="50000"/>
            </a:schemeClr>
          </a:solidFill>
          <a:latin typeface="+mn-lt"/>
        </a:defRPr>
      </a:lvl2pPr>
      <a:lvl3pPr marL="1143000" lvl="2" indent="-228600" algn="l" rtl="0">
        <a:spcBef>
          <a:spcPts val="300"/>
        </a:spcBef>
        <a:buClr>
          <a:schemeClr val="tx1">
            <a:lumMod val="50000"/>
            <a:lumOff val="50000"/>
          </a:schemeClr>
        </a:buClr>
        <a:buFont typeface="Arial"/>
        <a:buChar char="-"/>
        <a:defRPr lang="en-US" sz="1200" b="0" i="0" dirty="0">
          <a:solidFill>
            <a:schemeClr val="bg1">
              <a:lumMod val="50000"/>
            </a:schemeClr>
          </a:solidFill>
          <a:latin typeface="+mn-lt"/>
        </a:defRPr>
      </a:lvl3pPr>
      <a:lvl4pPr marL="1600200" lvl="3" indent="-228600" algn="l" rtl="0">
        <a:spcBef>
          <a:spcPts val="300"/>
        </a:spcBef>
        <a:buClr>
          <a:schemeClr val="tx1">
            <a:lumMod val="50000"/>
            <a:lumOff val="50000"/>
          </a:schemeClr>
        </a:buClr>
        <a:buFont typeface="Arial"/>
        <a:buChar char="-"/>
        <a:defRPr lang="en-US" sz="1000" b="0" i="0" dirty="0">
          <a:solidFill>
            <a:schemeClr val="bg1">
              <a:lumMod val="50000"/>
            </a:schemeClr>
          </a:solidFill>
          <a:latin typeface="+mn-lt"/>
        </a:defRPr>
      </a:lvl4pPr>
      <a:lvl5pPr marL="2057400" lvl="4" indent="-228600" algn="l" rtl="0">
        <a:spcBef>
          <a:spcPts val="300"/>
        </a:spcBef>
        <a:buClr>
          <a:schemeClr val="tx1">
            <a:lumMod val="50000"/>
            <a:lumOff val="50000"/>
          </a:schemeClr>
        </a:buClr>
        <a:buFont typeface="Arial"/>
        <a:buChar char="-"/>
        <a:defRPr lang="en-US" sz="900" b="0" i="0" dirty="0">
          <a:solidFill>
            <a:schemeClr val="bg1">
              <a:lumMod val="50000"/>
            </a:schemeClr>
          </a:solidFill>
          <a:latin typeface="+mn-lt"/>
        </a:defRPr>
      </a:lvl5pPr>
      <a:lvl6pPr marL="2514600" lvl="5" indent="-228600" algn="l" rtl="0">
        <a:spcBef>
          <a:spcPct val="20000"/>
        </a:spcBef>
        <a:buFont typeface="Arial"/>
        <a:buChar char="-"/>
        <a:defRPr lang="en-US" sz="900" b="0" i="0" dirty="0">
          <a:solidFill>
            <a:schemeClr val="bg1">
              <a:lumMod val="50000"/>
            </a:schemeClr>
          </a:solidFill>
          <a:latin typeface="+mn-lt"/>
        </a:defRPr>
      </a:lvl6pPr>
      <a:lvl7pPr marL="2971800" lvl="6" indent="-228600" algn="l" rtl="0">
        <a:spcBef>
          <a:spcPct val="20000"/>
        </a:spcBef>
        <a:buFont typeface="Arial"/>
        <a:buChar char="-"/>
        <a:defRPr lang="en-US" sz="900" b="0" i="0" dirty="0">
          <a:solidFill>
            <a:schemeClr val="bg1">
              <a:lumMod val="50000"/>
            </a:schemeClr>
          </a:solidFill>
          <a:latin typeface="+mn-lt"/>
        </a:defRPr>
      </a:lvl7pPr>
      <a:lvl8pPr marL="3429000" lvl="7" indent="-228600" algn="l" rtl="0">
        <a:spcBef>
          <a:spcPct val="20000"/>
        </a:spcBef>
        <a:buFont typeface="Arial"/>
        <a:buChar char="-"/>
        <a:defRPr lang="en-US" sz="900" b="0" i="0" dirty="0">
          <a:solidFill>
            <a:schemeClr val="bg1">
              <a:lumMod val="50000"/>
            </a:schemeClr>
          </a:solidFill>
          <a:latin typeface="+mn-lt"/>
        </a:defRPr>
      </a:lvl8pPr>
      <a:lvl9pPr marL="3886200" lvl="8" indent="-228600" algn="l" rtl="0">
        <a:spcBef>
          <a:spcPct val="20000"/>
        </a:spcBef>
        <a:buFont typeface="Arial"/>
        <a:buChar char="-"/>
        <a:defRPr lang="en-US" sz="900" b="0" i="0" dirty="0">
          <a:solidFill>
            <a:schemeClr val="bg1">
              <a:lumMod val="50000"/>
            </a:schemeClr>
          </a:solidFill>
          <a:latin typeface="+mn-lt"/>
        </a:defRPr>
      </a:lvl9pPr>
    </p:bodyStyle>
    <p:otherStyle>
      <a:lvl1pPr marL="0" lvl="0" algn="l" rtl="0">
        <a:defRPr lang="en-US" sz="1800" dirty="0">
          <a:solidFill>
            <a:schemeClr val="tx1"/>
          </a:solidFill>
          <a:latin typeface="+mn-lt"/>
        </a:defRPr>
      </a:lvl1pPr>
      <a:lvl2pPr marL="457200" lvl="1" algn="l" rtl="0">
        <a:defRPr lang="en-US" sz="1800" dirty="0">
          <a:solidFill>
            <a:schemeClr val="tx1"/>
          </a:solidFill>
          <a:latin typeface="+mn-lt"/>
        </a:defRPr>
      </a:lvl2pPr>
      <a:lvl3pPr marL="914400" lvl="2" algn="l" rtl="0">
        <a:defRPr lang="en-US" sz="1800" dirty="0">
          <a:solidFill>
            <a:schemeClr val="tx1"/>
          </a:solidFill>
          <a:latin typeface="+mn-lt"/>
        </a:defRPr>
      </a:lvl3pPr>
      <a:lvl4pPr marL="1371600" lvl="3" algn="l" rtl="0">
        <a:defRPr lang="en-US" sz="1800" dirty="0">
          <a:solidFill>
            <a:schemeClr val="tx1"/>
          </a:solidFill>
          <a:latin typeface="+mn-lt"/>
        </a:defRPr>
      </a:lvl4pPr>
      <a:lvl5pPr marL="1828800" lvl="4" algn="l" rtl="0">
        <a:defRPr lang="en-US" sz="1800" dirty="0">
          <a:solidFill>
            <a:schemeClr val="tx1"/>
          </a:solidFill>
          <a:latin typeface="+mn-lt"/>
        </a:defRPr>
      </a:lvl5pPr>
      <a:lvl6pPr marL="2286000" lvl="5" algn="l" rtl="0">
        <a:defRPr lang="en-US" sz="1800" dirty="0">
          <a:solidFill>
            <a:schemeClr val="tx1"/>
          </a:solidFill>
          <a:latin typeface="+mn-lt"/>
        </a:defRPr>
      </a:lvl6pPr>
      <a:lvl7pPr marL="2743200" lvl="6" algn="l" rtl="0">
        <a:defRPr lang="en-US" sz="1800" dirty="0">
          <a:solidFill>
            <a:schemeClr val="tx1"/>
          </a:solidFill>
          <a:latin typeface="+mn-lt"/>
        </a:defRPr>
      </a:lvl7pPr>
      <a:lvl8pPr marL="3200400" lvl="7" algn="l" rtl="0">
        <a:defRPr lang="en-US" sz="1800" dirty="0">
          <a:solidFill>
            <a:schemeClr val="tx1"/>
          </a:solidFill>
          <a:latin typeface="+mn-lt"/>
        </a:defRPr>
      </a:lvl8pPr>
      <a:lvl9pPr marL="3657600" lvl="8" algn="l" rtl="0">
        <a:defRPr lang="en-US" sz="1800" dirty="0">
          <a:solidFill>
            <a:schemeClr val="tx1"/>
          </a:solidFill>
          <a:latin typeface="+mn-lt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Relationship Id="rId3" Target="../media/image2.png" Type="http://schemas.openxmlformats.org/officeDocument/2006/relationships/image"/><Relationship Id="rId4" Target="../media/image3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6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Relationship Id="rId2" Target="../media/image2.png" Type="http://schemas.openxmlformats.org/officeDocument/2006/relationships/image"/><Relationship Id="rId4" Target="../media/image4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Relationship Id="rId2" Target="../media/image2.png" Type="http://schemas.openxmlformats.org/officeDocument/2006/relationships/image"/><Relationship Id="rId4" Target="../media/image5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Relationship Id="rId2" Target="../media/image2.png" Type="http://schemas.openxmlformats.org/officeDocument/2006/relationships/image"/><Relationship Id="rId4" Target="../media/image6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Relationship Id="rId2" Target="../media/image2.png" Type="http://schemas.openxmlformats.org/officeDocument/2006/relationships/image"/><Relationship Id="rId4" Target="../media/image7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Relationship Id="rId2" Target="../media/image2.png" Type="http://schemas.openxmlformats.org/officeDocument/2006/relationships/image"/><Relationship Id="rId4" Target="../media/image8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Relationship Id="rId2" Target="../media/image2.png" Type="http://schemas.openxmlformats.org/officeDocument/2006/relationships/image"/><Relationship Id="rId4" Target="../media/image9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Relationship Id="rId2" Target="../media/image2.png" Type="http://schemas.openxmlformats.org/officeDocument/2006/relationships/image"/><Relationship Id="rId4" Target="../media/image10.jpe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Relationship Id="rId2" Target="../media/image2.png" Type="http://schemas.openxmlformats.org/officeDocument/2006/relationships/image"/><Relationship Id="rId4" Target="../media/image11.jpe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Relationship Id="rId2" Target="../media/image2.png" Type="http://schemas.openxmlformats.org/officeDocument/2006/relationships/image"/><Relationship Id="rId4" Target="../media/image12.jpe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Relationship Id="rId2" Target="../media/image2.png" Type="http://schemas.openxmlformats.org/officeDocument/2006/relationships/image"/><Relationship Id="rId4" Target="../media/image13.jpeg" Type="http://schemas.openxmlformats.org/officeDocument/2006/relationships/image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42973C30-B0B2-4677-9501-A5124F77A573}">
                <a16:creationId xmlns:a16="http://schemas.microsoft.com/office/drawing/2010/main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id="{0DA97AA9-F3A3-4780-8A14-17979D8162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51643" y="2271771"/>
            <a:ext cx="6436178" cy="776702"/>
          </a:xfrm>
          <a:prstGeom prst="rect">
            <a:avLst/>
          </a:prstGeom>
        </p:spPr>
        <p:txBody>
          <a:bodyPr rtlCol="0"/>
          <a:lstStyle/>
          <a:p>
            <a:r>
              <a:rPr lang="en-US"/>
              <a:t>Painel do Price Each Análise</a:t>
            </a:r>
            <a:endParaRPr dirty="0" err="1" lang="en-US"/>
          </a:p>
        </p:txBody>
      </p:sp>
      <p:sp>
        <p:nvSpPr>
          <p:cNvPr id="3" name="Subtitle 2">
            <a:extLst>
              <a:ext uri="{A975BD97-5BD0-407E-8D4B-7F7F528A48E6}">
                <a16:creationId xmlns:a16="http://schemas.microsoft.com/office/drawing/2010/main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id="{8ACB6E22-5A27-4D90-8FAF-B5613D76E06A}"/>
              </a:ext>
            </a:extLst>
          </p:cNvPr>
          <p:cNvSpPr>
            <a:spLocks noGrp="1"/>
          </p:cNvSpPr>
          <p:nvPr>
            <p:ph idx="1" type="subTitle"/>
          </p:nvPr>
        </p:nvSpPr>
        <p:spPr>
          <a:xfrm>
            <a:off x="1351643" y="3056695"/>
            <a:ext cx="6436178" cy="494945"/>
          </a:xfrm>
          <a:prstGeom prst="rect">
            <a:avLst/>
          </a:prstGeom>
        </p:spPr>
        <p:txBody>
          <a:bodyPr rtlCol="0"/>
          <a:lstStyle/>
          <a:p>
            <a:r>
              <a:rPr lang="en-US"/>
              <a:t>- Criado por Eduardo Dietrich Zimmermann (Eduardo Zimmermann)</a:t>
            </a:r>
            <a:endParaRPr dirty="0" lang="en-US"/>
          </a:p>
        </p:txBody>
      </p:sp>
      <p:sp>
        <p:nvSpPr>
          <p:cNvPr id="4" name="TextBox 3">
            <a:extLst>
              <a:ext uri="{B0C78EFF-85D5-4987-80F3-21AFBB5BFC54}">
                <a16:creationId xmlns:a16="http://schemas.microsoft.com/office/drawing/2010/main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id="{C50C5913-15B8-46A5-9743-4A26B73C2320}"/>
              </a:ext>
            </a:extLst>
          </p:cNvPr>
          <p:cNvSpPr txBox="1"/>
          <p:nvPr/>
        </p:nvSpPr>
        <p:spPr>
          <a:xfrm rot="2700000">
            <a:off x="95250" y="104775"/>
            <a:ext cx="514350" cy="514350"/>
          </a:xfrm>
          <a:prstGeom prst="roundRect">
            <a:avLst/>
          </a:prstGeom>
          <a:solidFill>
            <a:srgbClr val="F2494B"/>
          </a:solidFill>
          <a:ln w="9525">
            <a:solidFill>
              <a:schemeClr val="bg2">
                <a:alpha val="0"/>
              </a:schemeClr>
            </a:solidFill>
            <a:prstDash val="solid"/>
            <a:round/>
          </a:ln>
        </p:spPr>
        <p:txBody>
          <a:bodyPr rtlCol="0"/>
          <a:lstStyle/>
          <a:p>
            <a:endParaRPr dirty="0" lang="en-US"/>
          </a:p>
        </p:txBody>
      </p:sp>
      <p:sp>
        <p:nvSpPr>
          <p:cNvPr id="5" name="TextBox 4">
            <a:extLst>
              <a:ext uri="{F543EC47-F47C-414E-A145-0CD173F554D2}">
                <a16:creationId xmlns:a16="http://schemas.microsoft.com/office/drawing/2010/main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id="{71857D16-7F65-45B1-BF3E-3EEC4735CF0B}"/>
              </a:ext>
            </a:extLst>
          </p:cNvPr>
          <p:cNvSpPr txBox="1"/>
          <p:nvPr/>
        </p:nvSpPr>
        <p:spPr>
          <a:xfrm rot="2700000">
            <a:off x="561975" y="533400"/>
            <a:ext cx="514350" cy="514350"/>
          </a:xfrm>
          <a:prstGeom prst="roundRect">
            <a:avLst/>
          </a:prstGeom>
          <a:solidFill>
            <a:srgbClr val="F2494B"/>
          </a:solidFill>
          <a:ln w="9525">
            <a:solidFill>
              <a:schemeClr val="bg2">
                <a:alpha val="0"/>
              </a:schemeClr>
            </a:solidFill>
            <a:prstDash val="solid"/>
            <a:round/>
          </a:ln>
        </p:spPr>
        <p:txBody>
          <a:bodyPr rtlCol="0"/>
          <a:lstStyle/>
          <a:p>
            <a:endParaRPr dirty="0" lang="en-US"/>
          </a:p>
        </p:txBody>
      </p:sp>
      <p:sp>
        <p:nvSpPr>
          <p:cNvPr id="6" name="TextBox 5">
            <a:extLst>
              <a:ext uri="{7F2864BD-7764-4705-8415-4DAF4A0840A5}">
                <a16:creationId xmlns:a16="http://schemas.microsoft.com/office/drawing/2010/main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id="{8CA57A48-0030-4AF4-A29D-F4DCA5A60E96}"/>
              </a:ext>
            </a:extLst>
          </p:cNvPr>
          <p:cNvSpPr txBox="1"/>
          <p:nvPr/>
        </p:nvSpPr>
        <p:spPr>
          <a:xfrm rot="2700000">
            <a:off x="95250" y="952500"/>
            <a:ext cx="514350" cy="514350"/>
          </a:xfrm>
          <a:prstGeom prst="roundRect">
            <a:avLst/>
          </a:prstGeom>
          <a:solidFill>
            <a:srgbClr val="F2494B"/>
          </a:solidFill>
          <a:ln w="9525">
            <a:solidFill>
              <a:schemeClr val="bg2">
                <a:alpha val="0"/>
              </a:schemeClr>
            </a:solidFill>
            <a:prstDash val="solid"/>
            <a:round/>
          </a:ln>
        </p:spPr>
        <p:txBody>
          <a:bodyPr rtlCol="0"/>
          <a:lstStyle/>
          <a:p>
            <a:endParaRPr dirty="0" lang="en-US"/>
          </a:p>
        </p:txBody>
      </p:sp>
      <p:sp>
        <p:nvSpPr>
          <p:cNvPr id="7" name="TextBox 6">
            <a:extLst>
              <a:ext uri="{3280BF80-F3B9-4BCD-BAFA-5C646E0BE5C0}">
                <a16:creationId xmlns:a16="http://schemas.microsoft.com/office/drawing/2010/main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id="{A66F9967-E818-4481-BF19-562B74B159C7}"/>
              </a:ext>
            </a:extLst>
          </p:cNvPr>
          <p:cNvSpPr txBox="1"/>
          <p:nvPr/>
        </p:nvSpPr>
        <p:spPr>
          <a:xfrm rot="2700000">
            <a:off x="8515350" y="3667125"/>
            <a:ext cx="514350" cy="514350"/>
          </a:xfrm>
          <a:prstGeom prst="roundRect">
            <a:avLst/>
          </a:prstGeom>
          <a:solidFill>
            <a:srgbClr val="2F4080"/>
          </a:solidFill>
          <a:ln w="9525">
            <a:solidFill>
              <a:schemeClr val="bg2">
                <a:alpha val="0"/>
              </a:schemeClr>
            </a:solidFill>
            <a:prstDash val="solid"/>
            <a:round/>
          </a:ln>
        </p:spPr>
        <p:txBody>
          <a:bodyPr rtlCol="0"/>
          <a:lstStyle/>
          <a:p>
            <a:endParaRPr dirty="0" lang="en-US"/>
          </a:p>
        </p:txBody>
      </p:sp>
      <p:sp>
        <p:nvSpPr>
          <p:cNvPr id="8" name="TextBox 7">
            <a:extLst>
              <a:ext uri="{5EBC64E8-9453-49EC-AB4E-2EE48826FDE0}">
                <a16:creationId xmlns:a16="http://schemas.microsoft.com/office/drawing/2010/main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id="{0CCC904B-2B7F-438B-ACAC-E941C9658F99}"/>
              </a:ext>
            </a:extLst>
          </p:cNvPr>
          <p:cNvSpPr txBox="1"/>
          <p:nvPr/>
        </p:nvSpPr>
        <p:spPr>
          <a:xfrm rot="2700000">
            <a:off x="8048625" y="4114800"/>
            <a:ext cx="514350" cy="514350"/>
          </a:xfrm>
          <a:prstGeom prst="roundRect">
            <a:avLst/>
          </a:prstGeom>
          <a:solidFill>
            <a:srgbClr val="2F4080"/>
          </a:solidFill>
          <a:ln w="9525">
            <a:solidFill>
              <a:schemeClr val="bg2">
                <a:alpha val="0"/>
              </a:schemeClr>
            </a:solidFill>
            <a:prstDash val="solid"/>
            <a:round/>
          </a:ln>
        </p:spPr>
        <p:txBody>
          <a:bodyPr rtlCol="0"/>
          <a:lstStyle/>
          <a:p>
            <a:endParaRPr dirty="0" lang="en-US"/>
          </a:p>
        </p:txBody>
      </p:sp>
      <p:sp>
        <p:nvSpPr>
          <p:cNvPr id="9" name="TextBox 8">
            <a:extLst>
              <a:ext uri="{87D5AA0A-9576-48AC-8996-9AD2A0952436}">
                <a16:creationId xmlns:a16="http://schemas.microsoft.com/office/drawing/2010/main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id="{AE0842F6-E5FD-4099-9DBD-46356F60B4BF}"/>
              </a:ext>
            </a:extLst>
          </p:cNvPr>
          <p:cNvSpPr txBox="1"/>
          <p:nvPr/>
        </p:nvSpPr>
        <p:spPr>
          <a:xfrm rot="2700000">
            <a:off x="8515350" y="4524375"/>
            <a:ext cx="514350" cy="514350"/>
          </a:xfrm>
          <a:prstGeom prst="roundRect">
            <a:avLst/>
          </a:prstGeom>
          <a:solidFill>
            <a:srgbClr val="2F4080"/>
          </a:solidFill>
          <a:ln w="9525">
            <a:solidFill>
              <a:schemeClr val="bg2">
                <a:alpha val="0"/>
              </a:schemeClr>
            </a:solidFill>
            <a:prstDash val="solid"/>
            <a:round/>
          </a:ln>
        </p:spPr>
        <p:txBody>
          <a:bodyPr rtlCol="0"/>
          <a:lstStyle/>
          <a:p>
            <a:endParaRPr dirty="0" lang="en-US"/>
          </a:p>
        </p:txBody>
      </p:sp>
      <p:pic>
        <p:nvPicPr>
          <p:cNvPr id="10" name="Picture 9">
            <a:extLst>
              <a:ext uri="{A2B5FDAD-ADEC-4812-8191-3E5AF8FE28B3}">
                <a16:creationId xmlns:a16="http://schemas.microsoft.com/office/drawing/2010/main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id="{088F4A4A-781A-461D-A728-B4ACACB4F236}"/>
              </a:ext>
            </a:extLst>
          </p:cNvPr>
          <p:cNvPicPr>
            <a:picLocks noChangeAspect="1"/>
          </p:cNvPicPr>
          <p:nvPr/>
        </p:nvPicPr>
        <p:blipFill>
          <a:blip cstate="print"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787823" y="4846567"/>
            <a:ext cx="661345" cy="187782"/>
          </a:xfrm>
          <a:prstGeom prst="rect">
            <a:avLst/>
          </a:prstGeom>
          <a:noFill/>
        </p:spPr>
      </p:pic>
      <p:sp>
        <p:nvSpPr>
          <p:cNvPr id="11" name="TextBox 10">
            <a:extLst>
              <a:ext uri="{315A5F11-602F-45BB-85E7-238429A3F3FF}">
                <a16:creationId xmlns:a16="http://schemas.microsoft.com/office/drawing/2010/main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id="{9E18F9FC-946B-4DE9-952F-B870B1F7AF58}"/>
              </a:ext>
            </a:extLst>
          </p:cNvPr>
          <p:cNvSpPr txBox="1"/>
          <p:nvPr/>
        </p:nvSpPr>
        <p:spPr>
          <a:xfrm>
            <a:off x="7165010" y="4825107"/>
            <a:ext cx="1085611" cy="203902"/>
          </a:xfrm>
          <a:prstGeom prst="rect">
            <a:avLst/>
          </a:prstGeom>
        </p:spPr>
        <p:txBody>
          <a:bodyPr anchor="t" bIns="47625" lIns="95250" rIns="95250" rtlCol="0" tIns="47625">
            <a:spAutoFit/>
          </a:bodyPr>
          <a:lstStyle/>
          <a:p>
            <a:pPr>
              <a:defRPr dirty="0" lang="en-US" sz="1400"/>
            </a:pPr>
            <a:r>
              <a:rPr b="0" dirty="0" lang="en-US" sz="700">
                <a:solidFill>
                  <a:schemeClr val="tx1"/>
                </a:solidFill>
                <a:latin typeface="+mj-lt"/>
              </a:rPr>
              <a:t>Powered By</a:t>
            </a:r>
          </a:p>
        </p:txBody>
      </p:sp>
    </p:spTree>
    <p:extLst>
      <p:ext uri="{BA40D520-153C-4FE9-BF6D-0F52A8FFCCC5}">
        <p14:creationId xmlns:c="http://schemas.openxmlformats.org/drawingml/2006/chart" xmlns:cs="http://schemas.microsoft.com/office/drawing/2012/chartStyle" xmlns:ns1="http://schemas.openxmlformats.org/officeDocument/2006/extended-properties" xmlns:p14="http://schemas.microsoft.com/office/powerpoint/2010/main" xmlns:vt="http://schemas.openxmlformats.org/officeDocument/2006/docPropsVTypes" val="1718966774417"/>
      </p:ext>
    </p:extLst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7">
            <a:extLst>
              <a:ext uri="{0D05C27B-6101-4A7F-8C53-4CD28962185F}">
                <a16:creationId xmlns:a16="http://schemas.microsoft.com/office/drawing/2010/main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id="{FA711AA7-CB20-495E-8263-908C28E54F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n-US"/>
              <a:t>Order Date referente a Price Each por Product(1)</a:t>
            </a:r>
            <a:endParaRPr dirty="0" lang="en-US"/>
          </a:p>
        </p:txBody>
      </p:sp>
      <p:pic>
        <p:nvPicPr>
          <p:cNvPr id="4" name="Picture 3">
            <a:extLst>
              <a:ext uri="{125A30E2-C730-4D2A-B3E8-7D9684D14EE0}">
                <a16:creationId xmlns:a16="http://schemas.microsoft.com/office/drawing/2010/main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id="{EF1F0BCA-AE78-4254-A402-C4414A77D444}"/>
              </a:ext>
            </a:extLst>
          </p:cNvPr>
          <p:cNvPicPr>
            <a:picLocks noChangeAspect="1"/>
          </p:cNvPicPr>
          <p:nvPr/>
        </p:nvPicPr>
        <p:blipFill>
          <a:blip cstate="print"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321223" y="4846567"/>
            <a:ext cx="661345" cy="187782"/>
          </a:xfrm>
          <a:prstGeom prst="rect">
            <a:avLst/>
          </a:prstGeom>
          <a:noFill/>
        </p:spPr>
      </p:pic>
      <p:sp>
        <p:nvSpPr>
          <p:cNvPr id="5" name="TextBox 4">
            <a:extLst>
              <a:ext uri="{9E4B995B-8022-4168-9EA6-874989DF4B44}">
                <a16:creationId xmlns:a16="http://schemas.microsoft.com/office/drawing/2010/main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id="{A600E068-CB34-40BC-AFC2-4620143E3720}"/>
              </a:ext>
            </a:extLst>
          </p:cNvPr>
          <p:cNvSpPr txBox="1"/>
          <p:nvPr/>
        </p:nvSpPr>
        <p:spPr>
          <a:xfrm>
            <a:off x="7698410" y="4825107"/>
            <a:ext cx="1085611" cy="203902"/>
          </a:xfrm>
          <a:prstGeom prst="rect">
            <a:avLst/>
          </a:prstGeom>
        </p:spPr>
        <p:txBody>
          <a:bodyPr anchor="t" bIns="47625" lIns="95250" rIns="95250" rtlCol="0" tIns="47625">
            <a:spAutoFit/>
          </a:bodyPr>
          <a:lstStyle/>
          <a:p>
            <a:pPr>
              <a:defRPr dirty="0" lang="en-US" sz="1400"/>
            </a:pPr>
            <a:r>
              <a:rPr b="0" dirty="0" lang="en-US" sz="700">
                <a:solidFill>
                  <a:schemeClr val="tx1"/>
                </a:solidFill>
                <a:latin typeface="Open Sans (Headings)"/>
              </a:rPr>
              <a:t>Powered By</a:t>
            </a:r>
          </a:p>
        </p:txBody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1428750"/>
            <a:ext cx="7620000" cy="3048000"/>
          </a:xfrm>
          <a:prstGeom prst="rect">
            <a:avLst/>
          </a:prstGeom>
        </p:spPr>
      </p:pic>
    </p:spTree>
    <p:extLst>
      <p:ext uri="{1CBCA548-1D40-4E8A-BFE0-77E0A16742B7}">
        <p14:creationId xmlns:c="http://schemas.openxmlformats.org/drawingml/2006/chart" xmlns:cs="http://schemas.microsoft.com/office/drawing/2012/chartStyle" xmlns:ns1="http://schemas.openxmlformats.org/officeDocument/2006/extended-properties" xmlns:p14="http://schemas.microsoft.com/office/powerpoint/2010/main" xmlns:vt="http://schemas.openxmlformats.org/officeDocument/2006/docPropsVTypes" val="1718966774418"/>
      </p:ext>
    </p:extLst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EEAC5867-5B2B-45D2-8C23-C6C18025B047}">
                <a16:creationId xmlns:a16="http://schemas.microsoft.com/office/drawing/2010/main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id="{E172354C-B50F-475F-9280-B0470341E6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1914525"/>
            <a:ext cx="7620000" cy="857250"/>
          </a:xfrm>
        </p:spPr>
        <p:txBody>
          <a:bodyPr rtlCol="0"/>
          <a:lstStyle/>
          <a:p>
            <a:r>
              <a:rPr dirty="0" lang="en-US"/>
              <a:t>Thank you</a:t>
            </a:r>
          </a:p>
        </p:txBody>
      </p:sp>
      <p:sp>
        <p:nvSpPr>
          <p:cNvPr id="3" name="TextBox 2">
            <a:extLst>
              <a:ext uri="{C937F79D-065E-46E7-B3F4-2B15214028D9}">
                <a16:creationId xmlns:a16="http://schemas.microsoft.com/office/drawing/2010/main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id="{A0FDDD1A-B744-4E98-8825-0574BCE05BA9}"/>
              </a:ext>
            </a:extLst>
          </p:cNvPr>
          <p:cNvSpPr txBox="1"/>
          <p:nvPr/>
        </p:nvSpPr>
        <p:spPr>
          <a:xfrm rot="2700000">
            <a:off x="95250" y="104775"/>
            <a:ext cx="514350" cy="514350"/>
          </a:xfrm>
          <a:prstGeom prst="roundRect">
            <a:avLst/>
          </a:prstGeom>
          <a:solidFill>
            <a:srgbClr val="F2494B"/>
          </a:solidFill>
          <a:ln w="9525">
            <a:solidFill>
              <a:schemeClr val="bg2">
                <a:alpha val="0"/>
              </a:schemeClr>
            </a:solidFill>
            <a:prstDash val="solid"/>
            <a:round/>
          </a:ln>
        </p:spPr>
        <p:txBody>
          <a:bodyPr rtlCol="0"/>
          <a:lstStyle/>
          <a:p>
            <a:endParaRPr dirty="0" lang="en-US"/>
          </a:p>
        </p:txBody>
      </p:sp>
      <p:sp>
        <p:nvSpPr>
          <p:cNvPr id="4" name="TextBox 3">
            <a:extLst>
              <a:ext uri="{A7F455E5-C0D5-41A9-B80C-CA9900719ABD}">
                <a16:creationId xmlns:a16="http://schemas.microsoft.com/office/drawing/2010/main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id="{674E6687-B78B-418A-A679-4D1AAB361652}"/>
              </a:ext>
            </a:extLst>
          </p:cNvPr>
          <p:cNvSpPr txBox="1"/>
          <p:nvPr/>
        </p:nvSpPr>
        <p:spPr>
          <a:xfrm rot="2700000">
            <a:off x="561975" y="533400"/>
            <a:ext cx="514350" cy="514350"/>
          </a:xfrm>
          <a:prstGeom prst="roundRect">
            <a:avLst/>
          </a:prstGeom>
          <a:solidFill>
            <a:srgbClr val="F2494B"/>
          </a:solidFill>
          <a:ln w="9525">
            <a:solidFill>
              <a:schemeClr val="bg2">
                <a:alpha val="0"/>
              </a:schemeClr>
            </a:solidFill>
            <a:prstDash val="solid"/>
            <a:round/>
          </a:ln>
        </p:spPr>
        <p:txBody>
          <a:bodyPr rtlCol="0"/>
          <a:lstStyle/>
          <a:p>
            <a:endParaRPr dirty="0" lang="en-US"/>
          </a:p>
        </p:txBody>
      </p:sp>
      <p:sp>
        <p:nvSpPr>
          <p:cNvPr id="5" name="TextBox 4">
            <a:extLst>
              <a:ext uri="{3F08C19B-26BB-4889-B14F-0BA92B45EEB0}">
                <a16:creationId xmlns:a16="http://schemas.microsoft.com/office/drawing/2010/main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id="{26ADE5A4-5354-4621-934E-F71A6334E8D0}"/>
              </a:ext>
            </a:extLst>
          </p:cNvPr>
          <p:cNvSpPr txBox="1"/>
          <p:nvPr/>
        </p:nvSpPr>
        <p:spPr>
          <a:xfrm rot="2700000">
            <a:off x="95250" y="952500"/>
            <a:ext cx="514350" cy="514350"/>
          </a:xfrm>
          <a:prstGeom prst="roundRect">
            <a:avLst/>
          </a:prstGeom>
          <a:solidFill>
            <a:srgbClr val="F2494B"/>
          </a:solidFill>
          <a:ln w="9525">
            <a:solidFill>
              <a:schemeClr val="bg2">
                <a:alpha val="0"/>
              </a:schemeClr>
            </a:solidFill>
            <a:prstDash val="solid"/>
            <a:round/>
          </a:ln>
        </p:spPr>
        <p:txBody>
          <a:bodyPr rtlCol="0"/>
          <a:lstStyle/>
          <a:p>
            <a:endParaRPr dirty="0" lang="en-US"/>
          </a:p>
        </p:txBody>
      </p:sp>
      <p:sp>
        <p:nvSpPr>
          <p:cNvPr id="6" name="TextBox 5">
            <a:extLst>
              <a:ext uri="{5AADFC9B-F6B5-40C1-AD12-520E08962D74}">
                <a16:creationId xmlns:a16="http://schemas.microsoft.com/office/drawing/2010/main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id="{6A88BBB4-1D12-4276-8978-05B4EF4122E2}"/>
              </a:ext>
            </a:extLst>
          </p:cNvPr>
          <p:cNvSpPr txBox="1"/>
          <p:nvPr/>
        </p:nvSpPr>
        <p:spPr>
          <a:xfrm rot="2700000">
            <a:off x="8515350" y="3667125"/>
            <a:ext cx="514350" cy="514350"/>
          </a:xfrm>
          <a:prstGeom prst="roundRect">
            <a:avLst/>
          </a:prstGeom>
          <a:solidFill>
            <a:srgbClr val="2F4080"/>
          </a:solidFill>
          <a:ln w="9525">
            <a:solidFill>
              <a:schemeClr val="bg2">
                <a:alpha val="0"/>
              </a:schemeClr>
            </a:solidFill>
            <a:prstDash val="solid"/>
            <a:round/>
          </a:ln>
        </p:spPr>
        <p:txBody>
          <a:bodyPr rtlCol="0"/>
          <a:lstStyle/>
          <a:p>
            <a:endParaRPr dirty="0" lang="en-US"/>
          </a:p>
        </p:txBody>
      </p:sp>
      <p:sp>
        <p:nvSpPr>
          <p:cNvPr id="7" name="TextBox 6">
            <a:extLst>
              <a:ext uri="{976EC5F3-03A1-4621-856F-2FBDA260F82C}">
                <a16:creationId xmlns:a16="http://schemas.microsoft.com/office/drawing/2010/main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id="{3F96C8F0-57C8-44F1-8F93-B9D39B637958}"/>
              </a:ext>
            </a:extLst>
          </p:cNvPr>
          <p:cNvSpPr txBox="1"/>
          <p:nvPr/>
        </p:nvSpPr>
        <p:spPr>
          <a:xfrm rot="2700000">
            <a:off x="8048625" y="4114800"/>
            <a:ext cx="514350" cy="514350"/>
          </a:xfrm>
          <a:prstGeom prst="roundRect">
            <a:avLst/>
          </a:prstGeom>
          <a:solidFill>
            <a:srgbClr val="2F4080"/>
          </a:solidFill>
          <a:ln w="9525">
            <a:solidFill>
              <a:schemeClr val="bg2">
                <a:alpha val="0"/>
              </a:schemeClr>
            </a:solidFill>
            <a:prstDash val="solid"/>
            <a:round/>
          </a:ln>
        </p:spPr>
        <p:txBody>
          <a:bodyPr rtlCol="0"/>
          <a:lstStyle/>
          <a:p>
            <a:endParaRPr dirty="0" lang="en-US"/>
          </a:p>
        </p:txBody>
      </p:sp>
      <p:sp>
        <p:nvSpPr>
          <p:cNvPr id="8" name="TextBox 7">
            <a:extLst>
              <a:ext uri="{04DAF591-89EE-4703-A390-28BCD076C291}">
                <a16:creationId xmlns:a16="http://schemas.microsoft.com/office/drawing/2010/main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id="{1DB72EC6-F47C-4853-A275-6D3906A25B77}"/>
              </a:ext>
            </a:extLst>
          </p:cNvPr>
          <p:cNvSpPr txBox="1"/>
          <p:nvPr/>
        </p:nvSpPr>
        <p:spPr>
          <a:xfrm rot="2700000">
            <a:off x="8515350" y="4524375"/>
            <a:ext cx="514350" cy="514350"/>
          </a:xfrm>
          <a:prstGeom prst="roundRect">
            <a:avLst/>
          </a:prstGeom>
          <a:solidFill>
            <a:srgbClr val="2F4080"/>
          </a:solidFill>
          <a:ln w="9525">
            <a:solidFill>
              <a:schemeClr val="bg2">
                <a:alpha val="0"/>
              </a:schemeClr>
            </a:solidFill>
            <a:prstDash val="solid"/>
            <a:round/>
          </a:ln>
        </p:spPr>
        <p:txBody>
          <a:bodyPr rtlCol="0"/>
          <a:lstStyle/>
          <a:p>
            <a:endParaRPr dirty="0"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8FD55E1-11C0-7578-D380-2B85110B9F37}"/>
              </a:ext>
              <a:ext uri="{315A5F11-602F-45BB-85E7-238429A3F3FF}">
                <a16:creationId xmlns:a16="http://schemas.microsoft.com/office/drawing/2010/main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id="{9E18F9FC-946B-4DE9-952F-B870B1F7AF58}"/>
              </a:ext>
            </a:extLst>
          </p:cNvPr>
          <p:cNvSpPr txBox="1"/>
          <p:nvPr/>
        </p:nvSpPr>
        <p:spPr>
          <a:xfrm>
            <a:off x="7165010" y="4825107"/>
            <a:ext cx="1085611" cy="203902"/>
          </a:xfrm>
          <a:prstGeom prst="rect">
            <a:avLst/>
          </a:prstGeom>
        </p:spPr>
        <p:txBody>
          <a:bodyPr anchor="t" bIns="47625" lIns="95250" rIns="95250" rtlCol="0" tIns="47625">
            <a:spAutoFit/>
          </a:bodyPr>
          <a:lstStyle/>
          <a:p>
            <a:pPr>
              <a:defRPr dirty="0" lang="en-US" sz="1400"/>
            </a:pPr>
            <a:r>
              <a:rPr b="0" dirty="0" lang="en-US" sz="700">
                <a:solidFill>
                  <a:schemeClr val="tx1"/>
                </a:solidFill>
                <a:latin typeface="+mj-lt"/>
              </a:rPr>
              <a:t>Powered By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1C0BA959-BB6A-8256-1852-09852CEC4CDD}"/>
              </a:ext>
              <a:ext uri="{A2B5FDAD-ADEC-4812-8191-3E5AF8FE28B3}">
                <a16:creationId xmlns:a16="http://schemas.microsoft.com/office/drawing/2010/main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id="{088F4A4A-781A-461D-A728-B4ACACB4F236}"/>
              </a:ext>
            </a:extLst>
          </p:cNvPr>
          <p:cNvPicPr>
            <a:picLocks noChangeAspect="1"/>
          </p:cNvPicPr>
          <p:nvPr/>
        </p:nvPicPr>
        <p:blipFill>
          <a:blip cstate="print"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787823" y="4846567"/>
            <a:ext cx="661345" cy="187782"/>
          </a:xfrm>
          <a:prstGeom prst="rect">
            <a:avLst/>
          </a:prstGeom>
          <a:noFill/>
        </p:spPr>
      </p:pic>
    </p:spTree>
    <p:extLst>
      <p:ext uri="{54996464-521A-45E9-B0CE-20CE5E08864C}">
        <p14:creationId xmlns:c="http://schemas.openxmlformats.org/drawingml/2006/chart" xmlns:cs="http://schemas.microsoft.com/office/drawing/2012/chartStyle" xmlns:ns1="http://schemas.openxmlformats.org/officeDocument/2006/extended-properties" xmlns:p14="http://schemas.microsoft.com/office/powerpoint/2010/main" xmlns:vt="http://schemas.openxmlformats.org/officeDocument/2006/docPropsVTypes" val="1718966774419"/>
      </p:ext>
    </p:extLst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7">
            <a:extLst>
              <a:ext uri="{0D05C27B-6101-4A7F-8C53-4CD28962185F}">
                <a16:creationId xmlns:a16="http://schemas.microsoft.com/office/drawing/2010/main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id="{FA711AA7-CB20-495E-8263-908C28E54F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n-US"/>
              <a:t>Distribuição de Price Each em intervalos diferentes</a:t>
            </a:r>
            <a:endParaRPr lang="en-US"/>
          </a:p>
        </p:txBody>
      </p:sp>
      <p:pic>
        <p:nvPicPr>
          <p:cNvPr id="4" name="Picture 3">
            <a:extLst>
              <a:ext uri="{125A30E2-C730-4D2A-B3E8-7D9684D14EE0}">
                <a16:creationId xmlns:a16="http://schemas.microsoft.com/office/drawing/2010/main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id="{EF1F0BCA-AE78-4254-A402-C4414A77D444}"/>
              </a:ext>
            </a:extLst>
          </p:cNvPr>
          <p:cNvPicPr>
            <a:picLocks noChangeAspect="1"/>
          </p:cNvPicPr>
          <p:nvPr/>
        </p:nvPicPr>
        <p:blipFill>
          <a:blip cstate="print"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321223" y="4846567"/>
            <a:ext cx="661345" cy="187782"/>
          </a:xfrm>
          <a:prstGeom prst="rect">
            <a:avLst/>
          </a:prstGeom>
          <a:noFill/>
        </p:spPr>
      </p:pic>
      <p:sp>
        <p:nvSpPr>
          <p:cNvPr id="5" name="TextBox 4">
            <a:extLst>
              <a:ext uri="{9E4B995B-8022-4168-9EA6-874989DF4B44}">
                <a16:creationId xmlns:a16="http://schemas.microsoft.com/office/drawing/2010/main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id="{A600E068-CB34-40BC-AFC2-4620143E3720}"/>
              </a:ext>
            </a:extLst>
          </p:cNvPr>
          <p:cNvSpPr txBox="1"/>
          <p:nvPr/>
        </p:nvSpPr>
        <p:spPr>
          <a:xfrm>
            <a:off x="7698410" y="4825107"/>
            <a:ext cx="1085611" cy="203902"/>
          </a:xfrm>
          <a:prstGeom prst="rect">
            <a:avLst/>
          </a:prstGeom>
        </p:spPr>
        <p:txBody>
          <a:bodyPr anchor="t" bIns="47625" lIns="95250" rIns="95250" rtlCol="0" tIns="47625">
            <a:spAutoFit/>
          </a:bodyPr>
          <a:lstStyle/>
          <a:p>
            <a:r>
              <a:rPr b="0" dirty="0" lang="en-US" sz="700">
                <a:solidFill>
                  <a:schemeClr val="tx1"/>
                </a:solidFill>
                <a:latin typeface="Open Sans (Headings)"/>
              </a:rPr>
              <a:t>Powered By</a:t>
            </a:r>
          </a:p>
        </p:txBody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1428750"/>
            <a:ext cx="7620000" cy="304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7">
            <a:extLst>
              <a:ext uri="{0D05C27B-6101-4A7F-8C53-4CD28962185F}">
                <a16:creationId xmlns:a16="http://schemas.microsoft.com/office/drawing/2010/main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id="{FA711AA7-CB20-495E-8263-908C28E54F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n-US"/>
              <a:t>Product-referente Price Each</a:t>
            </a:r>
            <a:endParaRPr lang="en-US"/>
          </a:p>
        </p:txBody>
      </p:sp>
      <p:pic>
        <p:nvPicPr>
          <p:cNvPr id="4" name="Picture 3">
            <a:extLst>
              <a:ext uri="{125A30E2-C730-4D2A-B3E8-7D9684D14EE0}">
                <a16:creationId xmlns:a16="http://schemas.microsoft.com/office/drawing/2010/main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id="{EF1F0BCA-AE78-4254-A402-C4414A77D444}"/>
              </a:ext>
            </a:extLst>
          </p:cNvPr>
          <p:cNvPicPr>
            <a:picLocks noChangeAspect="1"/>
          </p:cNvPicPr>
          <p:nvPr/>
        </p:nvPicPr>
        <p:blipFill>
          <a:blip cstate="print"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321223" y="4846567"/>
            <a:ext cx="661345" cy="187782"/>
          </a:xfrm>
          <a:prstGeom prst="rect">
            <a:avLst/>
          </a:prstGeom>
          <a:noFill/>
        </p:spPr>
      </p:pic>
      <p:sp>
        <p:nvSpPr>
          <p:cNvPr id="5" name="TextBox 4">
            <a:extLst>
              <a:ext uri="{9E4B995B-8022-4168-9EA6-874989DF4B44}">
                <a16:creationId xmlns:a16="http://schemas.microsoft.com/office/drawing/2010/main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id="{A600E068-CB34-40BC-AFC2-4620143E3720}"/>
              </a:ext>
            </a:extLst>
          </p:cNvPr>
          <p:cNvSpPr txBox="1"/>
          <p:nvPr/>
        </p:nvSpPr>
        <p:spPr>
          <a:xfrm>
            <a:off x="7698410" y="4825107"/>
            <a:ext cx="1085611" cy="203902"/>
          </a:xfrm>
          <a:prstGeom prst="rect">
            <a:avLst/>
          </a:prstGeom>
        </p:spPr>
        <p:txBody>
          <a:bodyPr anchor="t" bIns="47625" lIns="95250" rIns="95250" rtlCol="0" tIns="47625">
            <a:spAutoFit/>
          </a:bodyPr>
          <a:lstStyle/>
          <a:p>
            <a:r>
              <a:rPr b="0" dirty="0" lang="en-US" sz="700">
                <a:solidFill>
                  <a:schemeClr val="tx1"/>
                </a:solidFill>
                <a:latin typeface="Open Sans (Headings)"/>
              </a:rPr>
              <a:t>Powered By</a:t>
            </a:r>
          </a:p>
        </p:txBody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1428750"/>
            <a:ext cx="7620000" cy="304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7">
            <a:extLst>
              <a:ext uri="{0D05C27B-6101-4A7F-8C53-4CD28962185F}">
                <a16:creationId xmlns:a16="http://schemas.microsoft.com/office/drawing/2010/main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id="{FA711AA7-CB20-495E-8263-908C28E54F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n-US"/>
              <a:t>Price Each Através de Meses</a:t>
            </a:r>
            <a:endParaRPr lang="en-US"/>
          </a:p>
        </p:txBody>
      </p:sp>
      <p:pic>
        <p:nvPicPr>
          <p:cNvPr id="4" name="Picture 3">
            <a:extLst>
              <a:ext uri="{125A30E2-C730-4D2A-B3E8-7D9684D14EE0}">
                <a16:creationId xmlns:a16="http://schemas.microsoft.com/office/drawing/2010/main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id="{EF1F0BCA-AE78-4254-A402-C4414A77D444}"/>
              </a:ext>
            </a:extLst>
          </p:cNvPr>
          <p:cNvPicPr>
            <a:picLocks noChangeAspect="1"/>
          </p:cNvPicPr>
          <p:nvPr/>
        </p:nvPicPr>
        <p:blipFill>
          <a:blip cstate="print"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321223" y="4846567"/>
            <a:ext cx="661345" cy="187782"/>
          </a:xfrm>
          <a:prstGeom prst="rect">
            <a:avLst/>
          </a:prstGeom>
          <a:noFill/>
        </p:spPr>
      </p:pic>
      <p:sp>
        <p:nvSpPr>
          <p:cNvPr id="5" name="TextBox 4">
            <a:extLst>
              <a:ext uri="{9E4B995B-8022-4168-9EA6-874989DF4B44}">
                <a16:creationId xmlns:a16="http://schemas.microsoft.com/office/drawing/2010/main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id="{A600E068-CB34-40BC-AFC2-4620143E3720}"/>
              </a:ext>
            </a:extLst>
          </p:cNvPr>
          <p:cNvSpPr txBox="1"/>
          <p:nvPr/>
        </p:nvSpPr>
        <p:spPr>
          <a:xfrm>
            <a:off x="7698410" y="4825107"/>
            <a:ext cx="1085611" cy="203902"/>
          </a:xfrm>
          <a:prstGeom prst="rect">
            <a:avLst/>
          </a:prstGeom>
        </p:spPr>
        <p:txBody>
          <a:bodyPr anchor="t" bIns="47625" lIns="95250" rIns="95250" rtlCol="0" tIns="47625">
            <a:spAutoFit/>
          </a:bodyPr>
          <a:lstStyle/>
          <a:p>
            <a:r>
              <a:rPr b="0" dirty="0" lang="en-US" sz="700">
                <a:solidFill>
                  <a:schemeClr val="tx1"/>
                </a:solidFill>
                <a:latin typeface="Open Sans (Headings)"/>
              </a:rPr>
              <a:t>Powered By</a:t>
            </a:r>
          </a:p>
        </p:txBody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1428750"/>
            <a:ext cx="7620000" cy="304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7">
            <a:extLst>
              <a:ext uri="{0D05C27B-6101-4A7F-8C53-4CD28962185F}">
                <a16:creationId xmlns:a16="http://schemas.microsoft.com/office/drawing/2010/main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id="{FA711AA7-CB20-495E-8263-908C28E54F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n-US"/>
              <a:t>Acumulado do mês (MTD) Price Each por cada Mês</a:t>
            </a:r>
            <a:endParaRPr lang="en-US"/>
          </a:p>
        </p:txBody>
      </p:sp>
      <p:pic>
        <p:nvPicPr>
          <p:cNvPr id="4" name="Picture 3">
            <a:extLst>
              <a:ext uri="{125A30E2-C730-4D2A-B3E8-7D9684D14EE0}">
                <a16:creationId xmlns:a16="http://schemas.microsoft.com/office/drawing/2010/main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id="{EF1F0BCA-AE78-4254-A402-C4414A77D444}"/>
              </a:ext>
            </a:extLst>
          </p:cNvPr>
          <p:cNvPicPr>
            <a:picLocks noChangeAspect="1"/>
          </p:cNvPicPr>
          <p:nvPr/>
        </p:nvPicPr>
        <p:blipFill>
          <a:blip cstate="print"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321223" y="4846567"/>
            <a:ext cx="661345" cy="187782"/>
          </a:xfrm>
          <a:prstGeom prst="rect">
            <a:avLst/>
          </a:prstGeom>
          <a:noFill/>
        </p:spPr>
      </p:pic>
      <p:sp>
        <p:nvSpPr>
          <p:cNvPr id="5" name="TextBox 4">
            <a:extLst>
              <a:ext uri="{9E4B995B-8022-4168-9EA6-874989DF4B44}">
                <a16:creationId xmlns:a16="http://schemas.microsoft.com/office/drawing/2010/main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id="{A600E068-CB34-40BC-AFC2-4620143E3720}"/>
              </a:ext>
            </a:extLst>
          </p:cNvPr>
          <p:cNvSpPr txBox="1"/>
          <p:nvPr/>
        </p:nvSpPr>
        <p:spPr>
          <a:xfrm>
            <a:off x="7698410" y="4825107"/>
            <a:ext cx="1085611" cy="203902"/>
          </a:xfrm>
          <a:prstGeom prst="rect">
            <a:avLst/>
          </a:prstGeom>
        </p:spPr>
        <p:txBody>
          <a:bodyPr anchor="t" bIns="47625" lIns="95250" rIns="95250" rtlCol="0" tIns="47625">
            <a:spAutoFit/>
          </a:bodyPr>
          <a:lstStyle/>
          <a:p>
            <a:r>
              <a:rPr b="0" dirty="0" lang="en-US" sz="700">
                <a:solidFill>
                  <a:schemeClr val="tx1"/>
                </a:solidFill>
                <a:latin typeface="Open Sans (Headings)"/>
              </a:rPr>
              <a:t>Powered By</a:t>
            </a:r>
          </a:p>
        </p:txBody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1428750"/>
            <a:ext cx="7620000" cy="304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7">
            <a:extLst>
              <a:ext uri="{0D05C27B-6101-4A7F-8C53-4CD28962185F}">
                <a16:creationId xmlns:a16="http://schemas.microsoft.com/office/drawing/2010/main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id="{FA711AA7-CB20-495E-8263-908C28E54F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n-US"/>
              <a:t>Em execução Price Each entre Meses</a:t>
            </a:r>
            <a:endParaRPr lang="en-US"/>
          </a:p>
        </p:txBody>
      </p:sp>
      <p:pic>
        <p:nvPicPr>
          <p:cNvPr id="4" name="Picture 3">
            <a:extLst>
              <a:ext uri="{125A30E2-C730-4D2A-B3E8-7D9684D14EE0}">
                <a16:creationId xmlns:a16="http://schemas.microsoft.com/office/drawing/2010/main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id="{EF1F0BCA-AE78-4254-A402-C4414A77D444}"/>
              </a:ext>
            </a:extLst>
          </p:cNvPr>
          <p:cNvPicPr>
            <a:picLocks noChangeAspect="1"/>
          </p:cNvPicPr>
          <p:nvPr/>
        </p:nvPicPr>
        <p:blipFill>
          <a:blip cstate="print"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321223" y="4846567"/>
            <a:ext cx="661345" cy="187782"/>
          </a:xfrm>
          <a:prstGeom prst="rect">
            <a:avLst/>
          </a:prstGeom>
          <a:noFill/>
        </p:spPr>
      </p:pic>
      <p:sp>
        <p:nvSpPr>
          <p:cNvPr id="5" name="TextBox 4">
            <a:extLst>
              <a:ext uri="{9E4B995B-8022-4168-9EA6-874989DF4B44}">
                <a16:creationId xmlns:a16="http://schemas.microsoft.com/office/drawing/2010/main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id="{A600E068-CB34-40BC-AFC2-4620143E3720}"/>
              </a:ext>
            </a:extLst>
          </p:cNvPr>
          <p:cNvSpPr txBox="1"/>
          <p:nvPr/>
        </p:nvSpPr>
        <p:spPr>
          <a:xfrm>
            <a:off x="7698410" y="4825107"/>
            <a:ext cx="1085611" cy="203902"/>
          </a:xfrm>
          <a:prstGeom prst="rect">
            <a:avLst/>
          </a:prstGeom>
        </p:spPr>
        <p:txBody>
          <a:bodyPr anchor="t" bIns="47625" lIns="95250" rIns="95250" rtlCol="0" tIns="47625">
            <a:spAutoFit/>
          </a:bodyPr>
          <a:lstStyle/>
          <a:p>
            <a:r>
              <a:rPr b="0" dirty="0" lang="en-US" sz="700">
                <a:solidFill>
                  <a:schemeClr val="tx1"/>
                </a:solidFill>
                <a:latin typeface="Open Sans (Headings)"/>
              </a:rPr>
              <a:t>Powered By</a:t>
            </a:r>
          </a:p>
        </p:txBody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1428750"/>
            <a:ext cx="7620000" cy="304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7">
            <a:extLst>
              <a:ext uri="{0D05C27B-6101-4A7F-8C53-4CD28962185F}">
                <a16:creationId xmlns:a16="http://schemas.microsoft.com/office/drawing/2010/main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id="{FA711AA7-CB20-495E-8263-908C28E54F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n-US"/>
              <a:t>Price Each entre Semanas com previsão e tendência</a:t>
            </a:r>
            <a:endParaRPr lang="en-US"/>
          </a:p>
        </p:txBody>
      </p:sp>
      <p:pic>
        <p:nvPicPr>
          <p:cNvPr id="4" name="Picture 3">
            <a:extLst>
              <a:ext uri="{125A30E2-C730-4D2A-B3E8-7D9684D14EE0}">
                <a16:creationId xmlns:a16="http://schemas.microsoft.com/office/drawing/2010/main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id="{EF1F0BCA-AE78-4254-A402-C4414A77D444}"/>
              </a:ext>
            </a:extLst>
          </p:cNvPr>
          <p:cNvPicPr>
            <a:picLocks noChangeAspect="1"/>
          </p:cNvPicPr>
          <p:nvPr/>
        </p:nvPicPr>
        <p:blipFill>
          <a:blip cstate="print"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321223" y="4846567"/>
            <a:ext cx="661345" cy="187782"/>
          </a:xfrm>
          <a:prstGeom prst="rect">
            <a:avLst/>
          </a:prstGeom>
          <a:noFill/>
        </p:spPr>
      </p:pic>
      <p:sp>
        <p:nvSpPr>
          <p:cNvPr id="5" name="TextBox 4">
            <a:extLst>
              <a:ext uri="{9E4B995B-8022-4168-9EA6-874989DF4B44}">
                <a16:creationId xmlns:a16="http://schemas.microsoft.com/office/drawing/2010/main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id="{A600E068-CB34-40BC-AFC2-4620143E3720}"/>
              </a:ext>
            </a:extLst>
          </p:cNvPr>
          <p:cNvSpPr txBox="1"/>
          <p:nvPr/>
        </p:nvSpPr>
        <p:spPr>
          <a:xfrm>
            <a:off x="7698410" y="4825107"/>
            <a:ext cx="1085611" cy="203902"/>
          </a:xfrm>
          <a:prstGeom prst="rect">
            <a:avLst/>
          </a:prstGeom>
        </p:spPr>
        <p:txBody>
          <a:bodyPr anchor="t" bIns="47625" lIns="95250" rIns="95250" rtlCol="0" tIns="47625">
            <a:spAutoFit/>
          </a:bodyPr>
          <a:lstStyle/>
          <a:p>
            <a:r>
              <a:rPr b="0" dirty="0" lang="en-US" sz="700">
                <a:solidFill>
                  <a:schemeClr val="tx1"/>
                </a:solidFill>
                <a:latin typeface="Open Sans (Headings)"/>
              </a:rPr>
              <a:t>Powered By</a:t>
            </a:r>
          </a:p>
        </p:txBody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1428750"/>
            <a:ext cx="7620000" cy="304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7">
            <a:extLst>
              <a:ext uri="{0D05C27B-6101-4A7F-8C53-4CD28962185F}">
                <a16:creationId xmlns:a16="http://schemas.microsoft.com/office/drawing/2010/main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id="{FA711AA7-CB20-495E-8263-908C28E54F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n-US"/>
              <a:t>Price Each Através de Meses por Product</a:t>
            </a:r>
            <a:endParaRPr lang="en-US"/>
          </a:p>
        </p:txBody>
      </p:sp>
      <p:pic>
        <p:nvPicPr>
          <p:cNvPr id="4" name="Picture 3">
            <a:extLst>
              <a:ext uri="{125A30E2-C730-4D2A-B3E8-7D9684D14EE0}">
                <a16:creationId xmlns:a16="http://schemas.microsoft.com/office/drawing/2010/main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id="{EF1F0BCA-AE78-4254-A402-C4414A77D444}"/>
              </a:ext>
            </a:extLst>
          </p:cNvPr>
          <p:cNvPicPr>
            <a:picLocks noChangeAspect="1"/>
          </p:cNvPicPr>
          <p:nvPr/>
        </p:nvPicPr>
        <p:blipFill>
          <a:blip cstate="print"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321223" y="4846567"/>
            <a:ext cx="661345" cy="187782"/>
          </a:xfrm>
          <a:prstGeom prst="rect">
            <a:avLst/>
          </a:prstGeom>
          <a:noFill/>
        </p:spPr>
      </p:pic>
      <p:sp>
        <p:nvSpPr>
          <p:cNvPr id="5" name="TextBox 4">
            <a:extLst>
              <a:ext uri="{9E4B995B-8022-4168-9EA6-874989DF4B44}">
                <a16:creationId xmlns:a16="http://schemas.microsoft.com/office/drawing/2010/main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id="{A600E068-CB34-40BC-AFC2-4620143E3720}"/>
              </a:ext>
            </a:extLst>
          </p:cNvPr>
          <p:cNvSpPr txBox="1"/>
          <p:nvPr/>
        </p:nvSpPr>
        <p:spPr>
          <a:xfrm>
            <a:off x="7698410" y="4825107"/>
            <a:ext cx="1085611" cy="203902"/>
          </a:xfrm>
          <a:prstGeom prst="rect">
            <a:avLst/>
          </a:prstGeom>
        </p:spPr>
        <p:txBody>
          <a:bodyPr anchor="t" bIns="47625" lIns="95250" rIns="95250" rtlCol="0" tIns="47625">
            <a:spAutoFit/>
          </a:bodyPr>
          <a:lstStyle/>
          <a:p>
            <a:r>
              <a:rPr b="0" dirty="0" lang="en-US" sz="700">
                <a:solidFill>
                  <a:schemeClr val="tx1"/>
                </a:solidFill>
                <a:latin typeface="Open Sans (Headings)"/>
              </a:rPr>
              <a:t>Powered By</a:t>
            </a:r>
          </a:p>
        </p:txBody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1428750"/>
            <a:ext cx="7620000" cy="304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7">
            <a:extLst>
              <a:ext uri="{0D05C27B-6101-4A7F-8C53-4CD28962185F}">
                <a16:creationId xmlns:a16="http://schemas.microsoft.com/office/drawing/2010/main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id="{FA711AA7-CB20-495E-8263-908C28E54F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n-US"/>
              <a:t>Top 5 Product por Price Each</a:t>
            </a:r>
            <a:endParaRPr lang="en-US"/>
          </a:p>
        </p:txBody>
      </p:sp>
      <p:pic>
        <p:nvPicPr>
          <p:cNvPr id="4" name="Picture 3">
            <a:extLst>
              <a:ext uri="{125A30E2-C730-4D2A-B3E8-7D9684D14EE0}">
                <a16:creationId xmlns:a16="http://schemas.microsoft.com/office/drawing/2010/main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id="{EF1F0BCA-AE78-4254-A402-C4414A77D444}"/>
              </a:ext>
            </a:extLst>
          </p:cNvPr>
          <p:cNvPicPr>
            <a:picLocks noChangeAspect="1"/>
          </p:cNvPicPr>
          <p:nvPr/>
        </p:nvPicPr>
        <p:blipFill>
          <a:blip cstate="print"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321223" y="4846567"/>
            <a:ext cx="661345" cy="187782"/>
          </a:xfrm>
          <a:prstGeom prst="rect">
            <a:avLst/>
          </a:prstGeom>
          <a:noFill/>
        </p:spPr>
      </p:pic>
      <p:sp>
        <p:nvSpPr>
          <p:cNvPr id="5" name="TextBox 4">
            <a:extLst>
              <a:ext uri="{9E4B995B-8022-4168-9EA6-874989DF4B44}">
                <a16:creationId xmlns:a16="http://schemas.microsoft.com/office/drawing/2010/main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id="{A600E068-CB34-40BC-AFC2-4620143E3720}"/>
              </a:ext>
            </a:extLst>
          </p:cNvPr>
          <p:cNvSpPr txBox="1"/>
          <p:nvPr/>
        </p:nvSpPr>
        <p:spPr>
          <a:xfrm>
            <a:off x="7698410" y="4825107"/>
            <a:ext cx="1085611" cy="203902"/>
          </a:xfrm>
          <a:prstGeom prst="rect">
            <a:avLst/>
          </a:prstGeom>
        </p:spPr>
        <p:txBody>
          <a:bodyPr anchor="t" bIns="47625" lIns="95250" rIns="95250" rtlCol="0" tIns="47625">
            <a:spAutoFit/>
          </a:bodyPr>
          <a:lstStyle/>
          <a:p>
            <a:r>
              <a:rPr b="0" dirty="0" lang="en-US" sz="700">
                <a:solidFill>
                  <a:schemeClr val="tx1"/>
                </a:solidFill>
                <a:latin typeface="Open Sans (Headings)"/>
              </a:rPr>
              <a:t>Powered By</a:t>
            </a:r>
          </a:p>
        </p:txBody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1428750"/>
            <a:ext cx="7620000" cy="304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7">
            <a:extLst>
              <a:ext uri="{0D05C27B-6101-4A7F-8C53-4CD28962185F}">
                <a16:creationId xmlns:a16="http://schemas.microsoft.com/office/drawing/2010/main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id="{FA711AA7-CB20-495E-8263-908C28E54F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n-US"/>
              <a:t>Order Date referente a Price Each por Product</a:t>
            </a:r>
            <a:endParaRPr lang="en-US"/>
          </a:p>
        </p:txBody>
      </p:sp>
      <p:pic>
        <p:nvPicPr>
          <p:cNvPr id="4" name="Picture 3">
            <a:extLst>
              <a:ext uri="{125A30E2-C730-4D2A-B3E8-7D9684D14EE0}">
                <a16:creationId xmlns:a16="http://schemas.microsoft.com/office/drawing/2010/main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id="{EF1F0BCA-AE78-4254-A402-C4414A77D444}"/>
              </a:ext>
            </a:extLst>
          </p:cNvPr>
          <p:cNvPicPr>
            <a:picLocks noChangeAspect="1"/>
          </p:cNvPicPr>
          <p:nvPr/>
        </p:nvPicPr>
        <p:blipFill>
          <a:blip cstate="print"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321223" y="4846567"/>
            <a:ext cx="661345" cy="187782"/>
          </a:xfrm>
          <a:prstGeom prst="rect">
            <a:avLst/>
          </a:prstGeom>
          <a:noFill/>
        </p:spPr>
      </p:pic>
      <p:sp>
        <p:nvSpPr>
          <p:cNvPr id="5" name="TextBox 4">
            <a:extLst>
              <a:ext uri="{9E4B995B-8022-4168-9EA6-874989DF4B44}">
                <a16:creationId xmlns:a16="http://schemas.microsoft.com/office/drawing/2010/main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id="{A600E068-CB34-40BC-AFC2-4620143E3720}"/>
              </a:ext>
            </a:extLst>
          </p:cNvPr>
          <p:cNvSpPr txBox="1"/>
          <p:nvPr/>
        </p:nvSpPr>
        <p:spPr>
          <a:xfrm>
            <a:off x="7698410" y="4825107"/>
            <a:ext cx="1085611" cy="203902"/>
          </a:xfrm>
          <a:prstGeom prst="rect">
            <a:avLst/>
          </a:prstGeom>
        </p:spPr>
        <p:txBody>
          <a:bodyPr anchor="t" bIns="47625" lIns="95250" rIns="95250" rtlCol="0" tIns="47625">
            <a:spAutoFit/>
          </a:bodyPr>
          <a:lstStyle/>
          <a:p>
            <a:r>
              <a:rPr b="0" dirty="0" lang="en-US" sz="700">
                <a:solidFill>
                  <a:schemeClr val="tx1"/>
                </a:solidFill>
                <a:latin typeface="Open Sans (Headings)"/>
              </a:rPr>
              <a:t>Powered By</a:t>
            </a:r>
          </a:p>
        </p:txBody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1428750"/>
            <a:ext cx="7620000" cy="304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7">
            <a:extLst>
              <a:ext uri="{0D05C27B-6101-4A7F-8C53-4CD28962185F}">
                <a16:creationId xmlns:a16="http://schemas.microsoft.com/office/drawing/2010/main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id="{FA711AA7-CB20-495E-8263-908C28E54F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n-US"/>
              <a:t>Distribuição de Price Each entre Meses por Product</a:t>
            </a:r>
            <a:endParaRPr lang="en-US"/>
          </a:p>
        </p:txBody>
      </p:sp>
      <p:pic>
        <p:nvPicPr>
          <p:cNvPr id="4" name="Picture 3">
            <a:extLst>
              <a:ext uri="{125A30E2-C730-4D2A-B3E8-7D9684D14EE0}">
                <a16:creationId xmlns:a16="http://schemas.microsoft.com/office/drawing/2010/main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id="{EF1F0BCA-AE78-4254-A402-C4414A77D444}"/>
              </a:ext>
            </a:extLst>
          </p:cNvPr>
          <p:cNvPicPr>
            <a:picLocks noChangeAspect="1"/>
          </p:cNvPicPr>
          <p:nvPr/>
        </p:nvPicPr>
        <p:blipFill>
          <a:blip cstate="print"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321223" y="4846567"/>
            <a:ext cx="661345" cy="187782"/>
          </a:xfrm>
          <a:prstGeom prst="rect">
            <a:avLst/>
          </a:prstGeom>
          <a:noFill/>
        </p:spPr>
      </p:pic>
      <p:sp>
        <p:nvSpPr>
          <p:cNvPr id="5" name="TextBox 4">
            <a:extLst>
              <a:ext uri="{9E4B995B-8022-4168-9EA6-874989DF4B44}">
                <a16:creationId xmlns:a16="http://schemas.microsoft.com/office/drawing/2010/main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id="{A600E068-CB34-40BC-AFC2-4620143E3720}"/>
              </a:ext>
            </a:extLst>
          </p:cNvPr>
          <p:cNvSpPr txBox="1"/>
          <p:nvPr/>
        </p:nvSpPr>
        <p:spPr>
          <a:xfrm>
            <a:off x="7698410" y="4825107"/>
            <a:ext cx="1085611" cy="203902"/>
          </a:xfrm>
          <a:prstGeom prst="rect">
            <a:avLst/>
          </a:prstGeom>
        </p:spPr>
        <p:txBody>
          <a:bodyPr anchor="t" bIns="47625" lIns="95250" rIns="95250" rtlCol="0" tIns="47625">
            <a:spAutoFit/>
          </a:bodyPr>
          <a:lstStyle/>
          <a:p>
            <a:r>
              <a:rPr b="0" dirty="0" lang="en-US" sz="700">
                <a:solidFill>
                  <a:schemeClr val="tx1"/>
                </a:solidFill>
                <a:latin typeface="Open Sans (Headings)"/>
              </a:rPr>
              <a:t>Powered By</a:t>
            </a:r>
          </a:p>
        </p:txBody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1428750"/>
            <a:ext cx="7620000" cy="3048000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YOUT" val="threePicAndTx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YOUT" val="fourPic"/>
</p:tagLst>
</file>

<file path=ppt/theme/_rels/theme1.xml.rels><?xml version="1.0" encoding="UTF-8" standalone="yes"?><Relationships xmlns="http://schemas.openxmlformats.org/package/2006/relationships"><Relationship Id="rId1" Target="../media/image1.jpeg" Type="http://schemas.openxmlformats.org/officeDocument/2006/relationships/image"/></Relationships>
</file>

<file path=ppt/theme/_rels/theme2.xml.rels><?xml version="1.0" encoding="UTF-8" standalone="yes"?><Relationships xmlns="http://schemas.openxmlformats.org/package/2006/relationships"><Relationship Id="rId1" Target="../media/image1.jpeg" Type="http://schemas.openxmlformats.org/officeDocument/2006/relationships/image"/></Relationships>
</file>

<file path=ppt/theme/theme1.xml><?xml version="1.0" encoding="utf-8"?>
<a:theme xmlns:a="http://schemas.openxmlformats.org/drawingml/2006/main" name="Whitepaper">
  <a:themeElements>
    <a:clrScheme name="Whitepaper">
      <a:dk1>
        <a:srgbClr val="000000"/>
      </a:dk1>
      <a:lt1>
        <a:srgbClr val="FFFFFF"/>
      </a:lt1>
      <a:dk2>
        <a:srgbClr val="171C23"/>
      </a:dk2>
      <a:lt2>
        <a:srgbClr val="F7FCFC"/>
      </a:lt2>
      <a:accent1>
        <a:srgbClr val="42C3C9"/>
      </a:accent1>
      <a:accent2>
        <a:srgbClr val="FFC94A"/>
      </a:accent2>
      <a:accent3>
        <a:srgbClr val="F2494B"/>
      </a:accent3>
      <a:accent4>
        <a:srgbClr val="FF7B43"/>
      </a:accent4>
      <a:accent5>
        <a:srgbClr val="775E9E"/>
      </a:accent5>
      <a:accent6>
        <a:srgbClr val="C1408A"/>
      </a:accent6>
      <a:hlink>
        <a:srgbClr val="2D83D8"/>
      </a:hlink>
      <a:folHlink>
        <a:srgbClr val="C1408A"/>
      </a:folHlink>
    </a:clrScheme>
    <a:fontScheme name="Whitepaper">
      <a:majorFont>
        <a:latin typeface="Open Sans"/>
        <a:ea typeface=""/>
        <a:cs typeface=""/>
      </a:majorFont>
      <a:minorFont>
        <a:latin typeface="Open Sans"/>
        <a:ea typeface=""/>
        <a:cs typeface=""/>
      </a:minorFont>
    </a:fontScheme>
    <a:fmtScheme name="Whitepaper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>
          <a:noFill/>
          <a:prstDash val="solid"/>
        </a:ln>
        <a:ln w="25400" cap="flat">
          <a:solidFill>
            <a:schemeClr val="phClr"/>
          </a:solidFill>
          <a:prstDash val="solid"/>
        </a:ln>
        <a:ln w="38100" cap="flat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blipFill dpi="0" rotWithShape="1">
          <a:blip xmlns:r="http://schemas.openxmlformats.org/officeDocument/2006/relationships" r:embed="rId1">
            <a:duotone>
              <a:schemeClr val="phClr">
                <a:shade val="10000"/>
                <a:satMod val="400000"/>
              </a:schemeClr>
              <a:schemeClr val="phClr">
                <a:tint val="90000"/>
                <a:satMod val="200000"/>
              </a:schemeClr>
            </a:duotone>
          </a:blip>
          <a:tile tx="0" ty="0" sx="100000" sy="100000" algn="tl"/>
        </a:blip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6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rtlCol="0" anchor="ctr"/>
      <a:lstStyle>
        <a:lvl1pPr lvl="0" algn="ctr"/>
      </a:lstStyle>
      <a:style>
        <a:lnRef idx="0">
          <a:scrgbClr r="0" g="0" b="0"/>
        </a:lnRef>
        <a:fillRef idx="1">
          <a:schemeClr val="accent1"/>
        </a:fillRef>
        <a:effectRef idx="0">
          <a:schemeClr val="accent1"/>
        </a:effectRef>
        <a:fontRef idx="none"/>
      </a:style>
    </a:spDef>
    <a:lnDef>
      <a:spPr>
        <a:ln w="19050" cap="flat">
          <a:solidFill>
            <a:schemeClr val="accent1">
              <a:lumMod val="75000"/>
            </a:schemeClr>
          </a:solidFill>
          <a:prstDash val="solid"/>
          <a:round/>
        </a:ln>
      </a:spPr>
      <a:bodyPr rtlCol="0" anchor="ctr"/>
      <a:lstStyle>
        <a:lvl1pPr lvl="0" algn="ctr"/>
      </a:lstStyle>
    </a:lnDef>
  </a:objectDefaults>
  <a:extraClrSchemeLst/>
</a:theme>
</file>

<file path=ppt/theme/theme2.xml><?xml version="1.0" encoding="utf-8"?>
<a:theme xmlns:a="http://schemas.openxmlformats.org/drawingml/2006/main" name="Whitepaper">
  <a:themeElements>
    <a:clrScheme name="Whitepaper">
      <a:dk1>
        <a:srgbClr val="000000"/>
      </a:dk1>
      <a:lt1>
        <a:srgbClr val="FFFFFF"/>
      </a:lt1>
      <a:dk2>
        <a:srgbClr val="171C23"/>
      </a:dk2>
      <a:lt2>
        <a:srgbClr val="F7FCFC"/>
      </a:lt2>
      <a:accent1>
        <a:srgbClr val="42C3C9"/>
      </a:accent1>
      <a:accent2>
        <a:srgbClr val="FFC94A"/>
      </a:accent2>
      <a:accent3>
        <a:srgbClr val="F2494B"/>
      </a:accent3>
      <a:accent4>
        <a:srgbClr val="FF7B43"/>
      </a:accent4>
      <a:accent5>
        <a:srgbClr val="775E9E"/>
      </a:accent5>
      <a:accent6>
        <a:srgbClr val="C1408A"/>
      </a:accent6>
      <a:hlink>
        <a:srgbClr val="2D83D8"/>
      </a:hlink>
      <a:folHlink>
        <a:srgbClr val="C1408A"/>
      </a:folHlink>
    </a:clrScheme>
    <a:fontScheme name="Whitepaper">
      <a:majorFont>
        <a:latin typeface="Open Sans"/>
        <a:ea typeface=""/>
        <a:cs typeface=""/>
      </a:majorFont>
      <a:minorFont>
        <a:latin typeface="Open Sans"/>
        <a:ea typeface=""/>
        <a:cs typeface=""/>
      </a:minorFont>
    </a:fontScheme>
    <a:fmtScheme name="Whitepaper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>
          <a:noFill/>
          <a:prstDash val="solid"/>
        </a:ln>
        <a:ln w="25400" cap="flat">
          <a:solidFill>
            <a:schemeClr val="phClr"/>
          </a:solidFill>
          <a:prstDash val="solid"/>
        </a:ln>
        <a:ln w="38100" cap="flat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blipFill dpi="0" rotWithShape="1">
          <a:blip xmlns:r="http://schemas.openxmlformats.org/officeDocument/2006/relationships" r:embed="rId1">
            <a:duotone>
              <a:schemeClr val="phClr">
                <a:shade val="10000"/>
                <a:satMod val="400000"/>
              </a:schemeClr>
              <a:schemeClr val="phClr">
                <a:tint val="90000"/>
                <a:satMod val="200000"/>
              </a:schemeClr>
            </a:duotone>
          </a:blip>
          <a:tile tx="0" ty="0" sx="100000" sy="100000" algn="tl"/>
        </a:blip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6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rtlCol="0" anchor="ctr"/>
      <a:lstStyle>
        <a:lvl1pPr lvl="0" algn="ctr"/>
      </a:lstStyle>
      <a:style>
        <a:lnRef idx="0">
          <a:scrgbClr r="0" g="0" b="0"/>
        </a:lnRef>
        <a:fillRef idx="1">
          <a:schemeClr val="accent1"/>
        </a:fillRef>
        <a:effectRef idx="0">
          <a:schemeClr val="accent1"/>
        </a:effectRef>
        <a:fontRef idx="none"/>
      </a:style>
    </a:spDef>
    <a:lnDef>
      <a:spPr>
        <a:ln w="19050" cap="flat">
          <a:solidFill>
            <a:schemeClr val="accent1">
              <a:lumMod val="75000"/>
            </a:schemeClr>
          </a:solidFill>
          <a:prstDash val="solid"/>
          <a:round/>
        </a:ln>
      </a:spPr>
      <a:bodyPr rtlCol="0" anchor="ctr"/>
      <a:lstStyle>
        <a:lvl1pPr lvl="0" algn="ctr"/>
      </a:lst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18</Words>
  <Application>Microsoft Office PowerPoint</Application>
  <PresentationFormat>On-screen Show (16:9)</PresentationFormat>
  <Paragraphs>7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Open Sans (Headings)</vt:lpstr>
      <vt:lpstr>Open Sans</vt:lpstr>
      <vt:lpstr>Whitepaper</vt:lpstr>
      <vt:lpstr>WhitePaper</vt:lpstr>
      <vt:lpstr>Cost Across Years by Region</vt:lpstr>
      <vt:lpstr>Thank you</vt:lpstr>
    </vt:vector>
  </TitlesOfParts>
  <Company>Company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2024-05-08T21:44:28Z</dcterms:created>
  <cp:lastModifiedBy>Kallathiyan E</cp:lastModifiedBy>
  <dcterms:modified xsi:type="dcterms:W3CDTF">2024-06-21T12:27:51Z</dcterms:modified>
  <cp:revision>4</cp:revision>
  <dc:title>Slide 1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defa4170-0d19-0005-0004-bc88714345d2_Enabled">
    <vt:lpwstr>true</vt:lpwstr>
  </property>
  <property fmtid="{D5CDD505-2E9C-101B-9397-08002B2CF9AE}" pid="3" name="MSIP_Label_defa4170-0d19-0005-0004-bc88714345d2_SetDate">
    <vt:lpwstr>2024-06-21T11:53:16Z</vt:lpwstr>
  </property>
  <property fmtid="{D5CDD505-2E9C-101B-9397-08002B2CF9AE}" pid="4" name="MSIP_Label_defa4170-0d19-0005-0004-bc88714345d2_Method">
    <vt:lpwstr>Standard</vt:lpwstr>
  </property>
  <property fmtid="{D5CDD505-2E9C-101B-9397-08002B2CF9AE}" pid="5" name="MSIP_Label_defa4170-0d19-0005-0004-bc88714345d2_Name">
    <vt:lpwstr>defa4170-0d19-0005-0004-bc88714345d2</vt:lpwstr>
  </property>
  <property fmtid="{D5CDD505-2E9C-101B-9397-08002B2CF9AE}" pid="6" name="MSIP_Label_defa4170-0d19-0005-0004-bc88714345d2_SiteId">
    <vt:lpwstr>767611b0-f9f4-434a-b797-b22aa5d11206</vt:lpwstr>
  </property>
  <property fmtid="{D5CDD505-2E9C-101B-9397-08002B2CF9AE}" pid="7" name="MSIP_Label_defa4170-0d19-0005-0004-bc88714345d2_ActionId">
    <vt:lpwstr>272a29f2-058d-4689-9e55-9c2b587df1c5</vt:lpwstr>
  </property>
  <property fmtid="{D5CDD505-2E9C-101B-9397-08002B2CF9AE}" pid="8" name="MSIP_Label_defa4170-0d19-0005-0004-bc88714345d2_ContentBits">
    <vt:lpwstr>0</vt:lpwstr>
  </property>
</Properties>
</file>